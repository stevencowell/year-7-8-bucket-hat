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a974590f44666" /><Relationship Type="http://schemas.openxmlformats.org/officeDocument/2006/relationships/extended-properties" Target="/docProps/app.xml" Id="Rbfd52060f9084263" /><Relationship Type="http://schemas.openxmlformats.org/officeDocument/2006/relationships/officeDocument" Target="/ppt/presentation.xml" Id="R7058120cdba0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e87995f074ebe"/>
  </p:sldMasterIdLst>
  <p:notesMasterIdLst>
    <p:notesMasterId xmlns:r="http://schemas.openxmlformats.org/officeDocument/2006/relationships" r:id="R8559464a52f64706"/>
  </p:notesMasterIdLst>
  <p:sldIdLst>
    <p:sldId xmlns:r="http://schemas.openxmlformats.org/officeDocument/2006/relationships" id="256" r:id="Raecf6264f64e4787"/>
    <p:sldId xmlns:r="http://schemas.openxmlformats.org/officeDocument/2006/relationships" id="257" r:id="R9721bf9410f74001"/>
    <p:sldId xmlns:r="http://schemas.openxmlformats.org/officeDocument/2006/relationships" id="258" r:id="R40b06b2f7f77429a"/>
    <p:sldId xmlns:r="http://schemas.openxmlformats.org/officeDocument/2006/relationships" id="259" r:id="R44e40aec3a9441b9"/>
    <p:sldId xmlns:r="http://schemas.openxmlformats.org/officeDocument/2006/relationships" id="260" r:id="Rcdf463e74be94c28"/>
    <p:sldId xmlns:r="http://schemas.openxmlformats.org/officeDocument/2006/relationships" id="261" r:id="R07156a3bb8354029"/>
    <p:sldId xmlns:r="http://schemas.openxmlformats.org/officeDocument/2006/relationships" id="262" r:id="Racffb55b48cd4b23"/>
    <p:sldId xmlns:r="http://schemas.openxmlformats.org/officeDocument/2006/relationships" id="263" r:id="Re190acec32794c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4128293b44281" /><Relationship Type="http://schemas.openxmlformats.org/officeDocument/2006/relationships/slideMaster" Target="/ppt/slideMasters/slideMaster1.xml" Id="Rdbee87995f074ebe" /><Relationship Type="http://schemas.openxmlformats.org/officeDocument/2006/relationships/notesMaster" Target="/ppt/notesMasters/notesMaster1.xml" Id="R8559464a52f64706" /><Relationship Type="http://schemas.openxmlformats.org/officeDocument/2006/relationships/presProps" Target="/ppt/presProps.xml" Id="Rdce33acba4464bcd" /><Relationship Type="http://schemas.openxmlformats.org/officeDocument/2006/relationships/tableStyles" Target="/ppt/tableStyles.xml" Id="Rbef73fd826594f31" /><Relationship Type="http://schemas.openxmlformats.org/officeDocument/2006/relationships/slide" Target="/ppt/slides/slide1.xml" Id="Raecf6264f64e4787" /><Relationship Type="http://schemas.openxmlformats.org/officeDocument/2006/relationships/slide" Target="/ppt/slides/slide2.xml" Id="R9721bf9410f74001" /><Relationship Type="http://schemas.openxmlformats.org/officeDocument/2006/relationships/slide" Target="/ppt/slides/slide3.xml" Id="R40b06b2f7f77429a" /><Relationship Type="http://schemas.openxmlformats.org/officeDocument/2006/relationships/slide" Target="/ppt/slides/slide4.xml" Id="R44e40aec3a9441b9" /><Relationship Type="http://schemas.openxmlformats.org/officeDocument/2006/relationships/slide" Target="/ppt/slides/slide5.xml" Id="Rcdf463e74be94c28" /><Relationship Type="http://schemas.openxmlformats.org/officeDocument/2006/relationships/slide" Target="/ppt/slides/slide6.xml" Id="R07156a3bb8354029" /><Relationship Type="http://schemas.openxmlformats.org/officeDocument/2006/relationships/slide" Target="/ppt/slides/slide7.xml" Id="Racffb55b48cd4b23" /><Relationship Type="http://schemas.openxmlformats.org/officeDocument/2006/relationships/slide" Target="/ppt/slides/slide8.xml" Id="Re190acec3279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b3c2b45e2c44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4b6c2165f54392" /><Relationship Type="http://schemas.openxmlformats.org/officeDocument/2006/relationships/notesMaster" Target="/ppt/notesMasters/notesMaster1.xml" Id="Rb2828da805a9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25c5daf1074a10" /><Relationship Type="http://schemas.openxmlformats.org/officeDocument/2006/relationships/notesMaster" Target="/ppt/notesMasters/notesMaster1.xml" Id="R08b0e41710ec47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b2227012f4c04" /><Relationship Type="http://schemas.openxmlformats.org/officeDocument/2006/relationships/notesMaster" Target="/ppt/notesMasters/notesMaster1.xml" Id="Rf9cf9cb1b03c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e23e95c4f44b31" /><Relationship Type="http://schemas.openxmlformats.org/officeDocument/2006/relationships/notesMaster" Target="/ppt/notesMasters/notesMaster1.xml" Id="R2135873c727140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c6dd052214797" /><Relationship Type="http://schemas.openxmlformats.org/officeDocument/2006/relationships/notesMaster" Target="/ppt/notesMasters/notesMaster1.xml" Id="R2c260091557a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018dd23c0411e" /><Relationship Type="http://schemas.openxmlformats.org/officeDocument/2006/relationships/notesMaster" Target="/ppt/notesMasters/notesMaster1.xml" Id="Ra2420719240842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61eac493c14531" /><Relationship Type="http://schemas.openxmlformats.org/officeDocument/2006/relationships/notesMaster" Target="/ppt/notesMasters/notesMaster1.xml" Id="R0652084994054a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c5aedd1984c77" /><Relationship Type="http://schemas.openxmlformats.org/officeDocument/2006/relationships/notesMaster" Target="/ppt/notesMasters/notesMaster1.xml" Id="R114c4df506cd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Samples test an idea.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Quality needs observable criteria.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Record evidence before choosing.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dbc03a67d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428bf536642d9" /><Relationship Type="http://schemas.openxmlformats.org/officeDocument/2006/relationships/slideLayout" Target="/ppt/slideLayouts/slideLayout1.xml" Id="R36b2f36438134a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2f36438134a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af5a416946d7" /><Relationship Type="http://schemas.openxmlformats.org/officeDocument/2006/relationships/image" Target="/ppt/media/image.png" Id="Re30b2aa60f5c4f07" /><Relationship Type="http://schemas.openxmlformats.org/officeDocument/2006/relationships/notesSlide" Target="/ppt/notesSlides/notesSlide1.xml" Id="R01a3c53219b240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b7408cb434aa5" /><Relationship Type="http://schemas.openxmlformats.org/officeDocument/2006/relationships/notesSlide" Target="/ppt/notesSlides/notesSlide2.xml" Id="R25f9da2cead648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630232bb54e9a" /><Relationship Type="http://schemas.openxmlformats.org/officeDocument/2006/relationships/image" Target="/ppt/media/image2.png" Id="Rfe92aeebc3ee4d64" /><Relationship Type="http://schemas.openxmlformats.org/officeDocument/2006/relationships/notesSlide" Target="/ppt/notesSlides/notesSlide3.xml" Id="R1883c8a04af4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4954e5d1145ed" /><Relationship Type="http://schemas.openxmlformats.org/officeDocument/2006/relationships/image" Target="/ppt/media/image.jpeg" Id="R7a317da450c946d5" /><Relationship Type="http://schemas.openxmlformats.org/officeDocument/2006/relationships/notesSlide" Target="/ppt/notesSlides/notesSlide4.xml" Id="Rff704f68107d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fb9f1e94f40b8" /><Relationship Type="http://schemas.openxmlformats.org/officeDocument/2006/relationships/image" Target="/ppt/media/image2.jpeg" Id="Rcfaa668b82b64ce6" /><Relationship Type="http://schemas.openxmlformats.org/officeDocument/2006/relationships/notesSlide" Target="/ppt/notesSlides/notesSlide5.xml" Id="Rdc0a5d91debe42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be8bc01d14976" /><Relationship Type="http://schemas.openxmlformats.org/officeDocument/2006/relationships/notesSlide" Target="/ppt/notesSlides/notesSlide6.xml" Id="Rb213ba0bf8a24b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15081cfdd44f6" /><Relationship Type="http://schemas.openxmlformats.org/officeDocument/2006/relationships/notesSlide" Target="/ppt/notesSlides/notesSlide7.xml" Id="Ra95b28329f17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206d76e64037" /><Relationship Type="http://schemas.openxmlformats.org/officeDocument/2006/relationships/notesSlide" Target="/ppt/notesSlides/notesSlide8.xml" Id="R6242f4913e7d49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D984E-6084-48D8-8067-D8E87C2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b2aa60f5c4f07"/>
          <a:srcRect xmlns:a="http://schemas.openxmlformats.org/drawingml/2006/main" l="24241" t="0" r="24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C1E8C-E8CA-4167-A170-431A4008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0C519-2EAE-4CEB-BF83-0A37520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99E8C-7E6D-429B-8D71-51E06C2E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Decorative technique trials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183CD-0183-4890-88C7-A827BFF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2EC03-E47C-4DD9-B5CC-DD597ADF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145794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380C1-4727-4CD8-A7C6-F01C676D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4FDE4-D33F-4BD8-952D-844C679E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E0F08-35BD-4E3F-930C-8328E8CA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AADE0-0142-4C47-8EE5-4BC6A359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4C63-BC2F-4976-B735-7A375FF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B4A2B-A4A0-4AFB-8292-0C60BDEB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432-E1C3-4CE9-A0E2-E04E66D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34F2E-F042-4B82-83C0-571CC4F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FFA70-DCA2-4A5A-BD3F-440F7F6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63DC4-262D-40BA-8385-7F9E930B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Samples test an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440AD-25F0-4A08-A524-F127DAF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3B31A-363F-46BD-AF5B-DEF8946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8BD5A-73C4-42D7-8574-176356D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E11DD-D393-4995-8372-A830745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Quality needs observable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6FF81-C12A-479F-A5C8-29A2EB12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B9875-6196-4633-89DA-1EE8C188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7794C-C6BD-42B5-97E8-3D6402B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82C81-B8FA-4F24-9180-366394E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Record evidence before choosing</a:t>
            </a:r>
          </a:p>
        </p:txBody>
      </p:sp>
    </p:spTree>
    <p:extLst>
      <p:ext uri="{BB962C8B-B14F-4D97-AF65-F5344CB8AC3E}">
        <p14:creationId xmlns:p14="http://schemas.microsoft.com/office/powerpoint/2010/main" val="1995266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F7E0-CEB3-483C-864C-93D5F545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405C2-2468-4382-BF74-B53BC9E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F8A44-4662-4E2E-929F-E48BEC7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Samples test an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EAAF8-5B46-40C3-A442-40692E0E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6026A-3109-4C4D-930E-070AF97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F5AF-1F31-465C-965F-2A0A659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2aeebc3ee4d64"/>
          <a:srcRect xmlns:a="http://schemas.openxmlformats.org/drawingml/2006/main" l="4274" t="0" r="42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4EA3A-0D88-4E1D-8C00-44F3972B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BD064-E216-479A-A557-13BAABAA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03BB9-8E10-478D-8D8F-79EF6798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0BE2A-8A95-4951-8DA6-5DEC993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641367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7F4F-1078-450D-9CD2-FB2DE7C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F019D-0529-4DC1-8F98-E2798DC5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81BA2-F46B-48A0-8790-4CBA9A1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Quality needs observable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90D88-2B13-45C0-9469-90CC471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513EE-5C3D-42BA-A0DA-056A682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D80F2-445B-4D7C-8407-8CFAA4C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17da450c946d5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3420C-7F20-44BD-9C6D-90A703F2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F7244-7FD8-4F1D-BF06-656DEF15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602E7-F22E-4F13-8660-A3CF278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E84D5-A229-40BC-A276-863770DD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014702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D26A4-72D3-4541-BB8B-3EF7694F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750E0-DB2F-414B-A056-E5CA9BB9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C469-2A2E-4BC8-A4BF-4A24D98C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Record evidence before choosing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76738-0442-4F83-AED9-B3D190E1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B323D-9E3B-48AC-883D-02D2B987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8666-5218-43BC-94EB-CCC5D00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a668b82b64ce6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5E899-BC93-47B0-90AD-BB84FEE6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9DBD4-77A1-4C9B-B54D-74F0E2C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B5C7E-AAD9-4B19-A518-CA739CF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8B97E-A610-47BC-8D21-214ED39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540392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D864E-F1A5-426C-8583-52F6C222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D8B02-D5DD-40D1-AFDC-341273D4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91F69-5212-416E-AC4D-CBD3C152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43452-ED92-4616-A3B2-0D53EC7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9D091-FFCB-4B62-BD45-6F3AC6A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FCAE0-47A6-4B7F-B933-11EA0CC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F2328-1439-4FC7-8F3A-8F237F3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1FCBC-022E-4AC2-9A28-18AC820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“Quality needs observable criteria”?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33CF1-204E-4068-9F26-DB89A080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DD003-E583-495D-A4D0-70AD293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E95BE-2946-4BD6-8F66-0D01DFF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A8578-0E56-4400-8CF1-D4714E7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E1366-6356-41A2-A06F-001A8AF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3CD3E-20C9-4F63-B942-ACC5F139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1350100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A2A5A-615F-421E-A818-408C8D5E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72694-E9DD-4F88-A336-B9A8217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6E370-10AE-4FE5-B5D3-B589EC3D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C8CA-FD8A-4D6B-867C-D4C93B1B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2E4A2-3E72-4CBE-B4B8-8259F2D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ACD1E-3EF0-42D1-848B-91D87E7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0ED21-FD9F-4C81-9B45-3234DDDD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54982-6655-4C20-9B7A-B1E12F1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3F64E-2453-4416-AC6D-0FD33AE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5F87A-B36F-4E17-815C-C0832B5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C2A65-E72B-468E-9DA4-82BFAD3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F01B7-DCC9-428F-8A01-0624016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FD0C8-0196-48BE-B6F7-6AD74FA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6D210-F30F-4C2C-9D21-558273C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091C8-0812-4297-AFE7-D28827D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87E62-4881-4D27-800B-5A9713E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FB2F4-0D5B-48C2-BCAE-3359B876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87B42-A301-46BA-9C42-D90D55F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B0F99-507D-4393-8F74-DCCC26B0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DFEED-C4CA-4524-A025-A2E7E4BB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38EE4-A7AF-4F9C-93F7-DEE2756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F99B0-C760-47DC-9418-9DE46AD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27018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EC967-6E51-4D51-B98B-A5A24A4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6615D-3B60-4816-BEB4-B3ECE0C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1E95E-A709-4BE6-9F60-74DF475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F3A41-DA8F-4813-834F-E2F92B4E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CBD53-EECD-4AB2-827E-519F9B6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3CE5D-DCD8-4712-9F7B-500A7E9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440B1-B3D6-49C7-AB13-2CC73CA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2109C-7C9A-49EB-89F1-2B61279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C12B6-B5A2-4184-94C2-2FBB7B6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6415F-E6EF-4DCA-A500-8E04AA30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8E348-70DD-4625-BA97-3EBF2446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13E11-1D29-45B5-BA09-757C614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B26FC-1907-4F62-9B17-B24F00A3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1656512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2026-08-11T03:16:16.6640000Z</dcterms:created>
  <dcterms:modified xsi:type="dcterms:W3CDTF">2026-08-11T03:16:16.6640000Z</dcterms:modified>
</coreProperties>
</file>