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60424df72b4b3f" /><Relationship Type="http://schemas.openxmlformats.org/officeDocument/2006/relationships/extended-properties" Target="/docProps/app.xml" Id="Rd025231b91cc4bbb" /><Relationship Type="http://schemas.openxmlformats.org/officeDocument/2006/relationships/officeDocument" Target="/ppt/presentation.xml" Id="R79ee6bf130bb47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2d255ee7314198"/>
  </p:sldMasterIdLst>
  <p:notesMasterIdLst>
    <p:notesMasterId xmlns:r="http://schemas.openxmlformats.org/officeDocument/2006/relationships" r:id="Ra3358b174eb3417f"/>
  </p:notesMasterIdLst>
  <p:sldIdLst>
    <p:sldId xmlns:r="http://schemas.openxmlformats.org/officeDocument/2006/relationships" id="256" r:id="Re9f8811981d44633"/>
    <p:sldId xmlns:r="http://schemas.openxmlformats.org/officeDocument/2006/relationships" id="257" r:id="Rfb663dc15b474c5a"/>
    <p:sldId xmlns:r="http://schemas.openxmlformats.org/officeDocument/2006/relationships" id="258" r:id="R1f26fcadff7f477d"/>
    <p:sldId xmlns:r="http://schemas.openxmlformats.org/officeDocument/2006/relationships" id="259" r:id="Re5861a8825e54826"/>
    <p:sldId xmlns:r="http://schemas.openxmlformats.org/officeDocument/2006/relationships" id="260" r:id="Rfc98587437634e30"/>
    <p:sldId xmlns:r="http://schemas.openxmlformats.org/officeDocument/2006/relationships" id="261" r:id="R4e73629883ee4a75"/>
    <p:sldId xmlns:r="http://schemas.openxmlformats.org/officeDocument/2006/relationships" id="262" r:id="R98be7a3d170f424b"/>
    <p:sldId xmlns:r="http://schemas.openxmlformats.org/officeDocument/2006/relationships" id="263" r:id="Rbecd1dcd8a8a47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cb163317e440bb" /><Relationship Type="http://schemas.openxmlformats.org/officeDocument/2006/relationships/slideMaster" Target="/ppt/slideMasters/slideMaster1.xml" Id="R0c2d255ee7314198" /><Relationship Type="http://schemas.openxmlformats.org/officeDocument/2006/relationships/notesMaster" Target="/ppt/notesMasters/notesMaster1.xml" Id="Ra3358b174eb3417f" /><Relationship Type="http://schemas.openxmlformats.org/officeDocument/2006/relationships/presProps" Target="/ppt/presProps.xml" Id="R5dc860a6b3014462" /><Relationship Type="http://schemas.openxmlformats.org/officeDocument/2006/relationships/tableStyles" Target="/ppt/tableStyles.xml" Id="R3ea392fd2968401b" /><Relationship Type="http://schemas.openxmlformats.org/officeDocument/2006/relationships/slide" Target="/ppt/slides/slide1.xml" Id="Re9f8811981d44633" /><Relationship Type="http://schemas.openxmlformats.org/officeDocument/2006/relationships/slide" Target="/ppt/slides/slide2.xml" Id="Rfb663dc15b474c5a" /><Relationship Type="http://schemas.openxmlformats.org/officeDocument/2006/relationships/slide" Target="/ppt/slides/slide3.xml" Id="R1f26fcadff7f477d" /><Relationship Type="http://schemas.openxmlformats.org/officeDocument/2006/relationships/slide" Target="/ppt/slides/slide4.xml" Id="Re5861a8825e54826" /><Relationship Type="http://schemas.openxmlformats.org/officeDocument/2006/relationships/slide" Target="/ppt/slides/slide5.xml" Id="Rfc98587437634e30" /><Relationship Type="http://schemas.openxmlformats.org/officeDocument/2006/relationships/slide" Target="/ppt/slides/slide6.xml" Id="R4e73629883ee4a75" /><Relationship Type="http://schemas.openxmlformats.org/officeDocument/2006/relationships/slide" Target="/ppt/slides/slide7.xml" Id="R98be7a3d170f424b" /><Relationship Type="http://schemas.openxmlformats.org/officeDocument/2006/relationships/slide" Target="/ppt/slides/slide8.xml" Id="Rbecd1dcd8a8a47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c682a0e8ad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de5419c8a74d0f" /><Relationship Type="http://schemas.openxmlformats.org/officeDocument/2006/relationships/notesMaster" Target="/ppt/notesMasters/notesMaster1.xml" Id="R879030284fbc42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f16b514c604051" /><Relationship Type="http://schemas.openxmlformats.org/officeDocument/2006/relationships/notesMaster" Target="/ppt/notesMasters/notesMaster1.xml" Id="R7515bd546eed4a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3226332993481b" /><Relationship Type="http://schemas.openxmlformats.org/officeDocument/2006/relationships/notesMaster" Target="/ppt/notesMasters/notesMaster1.xml" Id="Ra423d029549049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1f111e27c24a71" /><Relationship Type="http://schemas.openxmlformats.org/officeDocument/2006/relationships/notesMaster" Target="/ppt/notesMasters/notesMaster1.xml" Id="Rc2516972171d48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60d0fd457d4ce3" /><Relationship Type="http://schemas.openxmlformats.org/officeDocument/2006/relationships/notesMaster" Target="/ppt/notesMasters/notesMaster1.xml" Id="R8864ddc0e06f43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21dfdaae234762" /><Relationship Type="http://schemas.openxmlformats.org/officeDocument/2006/relationships/notesMaster" Target="/ppt/notesMasters/notesMaster1.xml" Id="R86cf088895ec4e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4a2c0595514f00" /><Relationship Type="http://schemas.openxmlformats.org/officeDocument/2006/relationships/notesMaster" Target="/ppt/notesMasters/notesMaster1.xml" Id="Rc2ba099d9de24b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1319c76d60458c" /><Relationship Type="http://schemas.openxmlformats.org/officeDocument/2006/relationships/notesMaster" Target="/ppt/notesMasters/notesMaster1.xml" Id="Ra8f9725ef44c4a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lesson and ask students to predict how this topic will influence their own reversible 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map aloud. Students choose the idea they already understand best and the one they need to watch closely.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Mood boards build a direction.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Concepts explore alternatives.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PMI supports a reasoned choice.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independently, then compare justification with a partner. Accept different decisions when evidence is relevant and 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 analogous response without answering the live question. Ask students to underline the factual support and circle the connection.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two statements as a quick readiness check. Direct students back to the precise theory section if their answer is vague.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62be2571e4b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ced8372a6043f3" /><Relationship Type="http://schemas.openxmlformats.org/officeDocument/2006/relationships/slideLayout" Target="/ppt/slideLayouts/slideLayout1.xml" Id="R8d5d7566eaec49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5d7566eaec49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fae5e6fe04de4" /><Relationship Type="http://schemas.openxmlformats.org/officeDocument/2006/relationships/image" Target="/ppt/media/image.png" Id="Recd9931c794d4ae9" /><Relationship Type="http://schemas.openxmlformats.org/officeDocument/2006/relationships/notesSlide" Target="/ppt/notesSlides/notesSlide1.xml" Id="Rf58148f4076447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c4d33c8fa4c2a" /><Relationship Type="http://schemas.openxmlformats.org/officeDocument/2006/relationships/notesSlide" Target="/ppt/notesSlides/notesSlide2.xml" Id="R7ba5fbd1e7d142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54ac968b143a7" /><Relationship Type="http://schemas.openxmlformats.org/officeDocument/2006/relationships/image" Target="/ppt/media/image2.png" Id="R55a314450a2446f2" /><Relationship Type="http://schemas.openxmlformats.org/officeDocument/2006/relationships/notesSlide" Target="/ppt/notesSlides/notesSlide3.xml" Id="R83ab193d58c248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e679d178146e2" /><Relationship Type="http://schemas.openxmlformats.org/officeDocument/2006/relationships/image" Target="/ppt/media/image3.png" Id="Rd8c7ac46616e4d50" /><Relationship Type="http://schemas.openxmlformats.org/officeDocument/2006/relationships/notesSlide" Target="/ppt/notesSlides/notesSlide4.xml" Id="R613ed9baeca346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e267a004849e8" /><Relationship Type="http://schemas.openxmlformats.org/officeDocument/2006/relationships/image" Target="/ppt/media/image4.png" Id="Rfabeb249f45d476f" /><Relationship Type="http://schemas.openxmlformats.org/officeDocument/2006/relationships/notesSlide" Target="/ppt/notesSlides/notesSlide5.xml" Id="Rc799878ae13442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e029abf1e4067" /><Relationship Type="http://schemas.openxmlformats.org/officeDocument/2006/relationships/notesSlide" Target="/ppt/notesSlides/notesSlide6.xml" Id="Rccd9a4550c1947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f6ffef3d14312" /><Relationship Type="http://schemas.openxmlformats.org/officeDocument/2006/relationships/notesSlide" Target="/ppt/notesSlides/notesSlide7.xml" Id="R80da85e871c340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811321f634f0f" /><Relationship Type="http://schemas.openxmlformats.org/officeDocument/2006/relationships/notesSlide" Target="/ppt/notesSlides/notesSlide8.xml" Id="R65911b00d49c45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522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C861C-E5C7-42B2-B2A9-CAAA4866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9931c794d4ae9"/>
          <a:srcRect xmlns:a="http://schemas.openxmlformats.org/drawingml/2006/main" l="24564" t="0" r="245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8DF6D-820B-46D6-B71F-7C9A3B53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>
              <a:alpha val="9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2CE1E-1CE6-4383-B6E6-F59B6AB4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BD57"/>
                </a:solidFill>
              </a:defRPr>
            </a:pPr>
            <a:r>
              <a:rPr sz="1125" b="1">
                <a:solidFill>
                  <a:srgbClr val="F0BD57"/>
                </a:solidFill>
              </a:rPr>
              <a:t>MODULE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8520B-FB0D-495B-BC2C-7C8A8460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Develop and select ideas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DFD18-338B-465B-96DE-CFEAB4F8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DCF7"/>
                </a:solidFill>
              </a:defRPr>
            </a:pPr>
            <a:r>
              <a:rPr sz="1875" b="1">
                <a:solidFill>
                  <a:srgbClr val="E9DCF7"/>
                </a:solidFill>
              </a:rPr>
              <a:t>Bucket Hat for a 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5AFAC-A80A-449C-821C-4C8C4FF6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Year 7/8 Technology Mandatory • Textiles</a:t>
            </a:r>
          </a:p>
        </p:txBody>
      </p:sp>
    </p:spTree>
    <p:extLst>
      <p:ext uri="{BB962C8B-B14F-4D97-AF65-F5344CB8AC3E}">
        <p14:creationId xmlns:p14="http://schemas.microsoft.com/office/powerpoint/2010/main" val="1950942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83412-42AC-4B89-9DA6-F5E5A37A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C3D05-2C88-44DD-AF59-105D489B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CF87D-C12C-4F49-9401-BA2B0264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Three ideas to take into the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6FC5A-52CC-4C9F-8EEC-82E82EC8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C8EA0-8400-41A5-9401-429B5A9F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5FC94-7F79-46F2-8EA4-F65F3562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41647-2B77-445B-BC3E-53F8D8E1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9BFD7-8F1A-461C-A4A5-9011EDF7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9A484-BCF7-4416-A7AF-052DB7FB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C9766-3385-423B-A32D-2E5C58B6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Mood boards build a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FC97D-FEBC-4B3E-B75B-81FC0D3E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55B0A-A349-49F7-8861-15C4E07E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AC657-97F6-4CBE-AC90-DC627168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003A1-C289-49CE-95D7-6DC8D199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Concepts explore alternatives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8A2EF-F378-46A4-8612-5F23ABFC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0375C-D323-4FD5-B072-3674045B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DFD7C-1DAA-4607-9C75-BF2F2F23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C0D89-4E69-417D-8E93-02804E67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PMI supports a reasoned choice</a:t>
            </a:r>
          </a:p>
        </p:txBody>
      </p:sp>
    </p:spTree>
    <p:extLst>
      <p:ext uri="{BB962C8B-B14F-4D97-AF65-F5344CB8AC3E}">
        <p14:creationId xmlns:p14="http://schemas.microsoft.com/office/powerpoint/2010/main" val="2108936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169F9-5EA9-4890-B219-385A0033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89951-7C3E-473B-9880-50FF2E5D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FEF28-269D-4E8A-8868-4C7FBFD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Mood boards build a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1EE13-4B48-430C-906C-9B304A1B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0229F-E3FB-4FDC-91F1-709BD40B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A0CD1-A723-4AF4-9B11-CBAA417D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314450a2446f2"/>
          <a:srcRect xmlns:a="http://schemas.openxmlformats.org/drawingml/2006/main" l="4847" t="0" r="48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B7FBC-05C4-4B68-B744-76DA2441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FB36E-809D-4466-A04E-4E620210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NOTICE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can you observe?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401A9-7DF6-4FCF-85B0-624616E1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70A5C-7A90-4F2C-AE95-D695AF19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191751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A032F-3C67-4672-89D4-8575F467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CC006-BDF1-4EEA-BE09-5FE41D0C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67513-58A4-4B15-81F4-B1E2A4CB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Concepts explore alternatives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94CC3-FF60-4F64-B4CF-B9B05C68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7F903-F811-4060-96FD-45F94CE9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F0DB5-5C47-43EC-B292-3FC89836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7ac46616e4d50"/>
          <a:srcRect xmlns:a="http://schemas.openxmlformats.org/drawingml/2006/main" l="4847" t="0" r="48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A248E-8350-4CFF-8C6E-F9CB166A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4F1FB-60B9-4083-8CFB-64481457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CONNECT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How does it affect function, appearance or responsibility?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40568-DDCF-44BD-848C-A2130004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528E2-2D58-4008-B130-32F7222E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166324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53D48-C972-4484-8E87-55BAA352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57EAF-AA69-4EFC-AFD2-CD7F5009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DAC5B-30E4-425D-90BA-50DC6BD7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PMI supports a reasoned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23B8F-7D1B-41C7-A4DD-27A55415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BE90B-9341-4340-893D-102FAD6A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759E3-BBC0-4A75-91C5-670F704D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eb249f45d476f"/>
          <a:srcRect xmlns:a="http://schemas.openxmlformats.org/drawingml/2006/main" l="4494" t="0" r="44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6DF29-3351-4B2C-B6F6-00E4A244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A1ED8-77C2-4B35-92B3-20D8DCF5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DECIDE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will you do in your own project?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4FF2C-D473-450F-A666-B5891748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C08F59-7D89-415F-AD6A-40D79115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20195199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8AF7E-60B7-43A8-AEF7-6DD7214A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4B121-EDA8-49EA-A863-C14B617B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D1E8C-B664-49E7-994E-44BF0CD1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Can you apply the idea?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3F031-81A2-4BCF-BA9E-5DA84DDD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17F26-5528-4C1A-98BD-F9D2A0E2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A7916-A8DF-479C-B9D9-EBEB1F98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50948-DB81-404D-953A-B597E6A5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560D5-29BB-4E38-A601-96872C6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Which design decision would best demonstrate: “Concepts explore alternatives”?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ECAF2-A33E-41C9-92D3-03441473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2BE41-C5DF-40D4-9B7D-F10AB319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95D22-62B6-44CF-A6D0-98570AE2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4D59B-89CB-45C7-97CC-E689460E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Justify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08D05-9060-495D-A80E-FEED04CE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89988-44BC-4D67-92BB-3317CACA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Check evidence</a:t>
            </a:r>
          </a:p>
        </p:txBody>
      </p:sp>
    </p:spTree>
    <p:extLst>
      <p:ext uri="{BB962C8B-B14F-4D97-AF65-F5344CB8AC3E}">
        <p14:creationId xmlns:p14="http://schemas.microsoft.com/office/powerpoint/2010/main" val="241928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94673-660E-49AE-9DC8-D67997E5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38414-5FC6-4D5C-9A2C-78FED019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WRITTEN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00D7F-32D4-41B4-A5B6-D6DAF7EE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Use RSEC to build a strong paragraph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49EFF-F226-4693-9AB1-6BB98264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D49A2-2122-40C3-BB30-3AC6205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65346-CA22-4E40-A105-ED7061BC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F629A-ECCB-43A1-ABB9-E0DC8F00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A4DCC-0F60-40EC-B07F-0656C72E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E4609-F278-4625-A2E7-97D433A1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Respond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A2A17-02C8-4DA4-B41D-C6C1A69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28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Answer the question directly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D151B-342E-43CB-AFEF-ACFD5A63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0170F-C4BC-412A-ABA6-8D80EEF2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15A36-D98B-40AA-8512-AAAF71BA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6C623-69B5-4A51-A73D-3217C957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Name a taught fact or 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5F1BC-D375-4D3E-90E6-9355C652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24B03-1265-40AB-9ED7-3400BF81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24525-84E6-44D8-A9B6-E1973627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0D67C-54A3-4D25-BCCB-6155A68D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Show how it affects the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1EC4B-D858-4C34-90E1-3F56B3BE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0FB79-59F1-4B3B-A6BF-DD415C16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F862B-3AD2-4608-ADB0-41CB0417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05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28F660-DCC2-4CC7-9211-C20D2FAB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Link back to purpose or criteria</a:t>
            </a:r>
          </a:p>
        </p:txBody>
      </p:sp>
    </p:spTree>
    <p:extLst>
      <p:ext uri="{BB962C8B-B14F-4D97-AF65-F5344CB8AC3E}">
        <p14:creationId xmlns:p14="http://schemas.microsoft.com/office/powerpoint/2010/main" val="15529388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8C160-D30C-4EBB-8AFC-9E39A0DA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7CC3B-07E0-468D-B780-D602FEFC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71E2E-D0C3-4BD2-83AD-C58316BC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Leave with a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0CA92-8E01-473D-9531-47567B9D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76768-ABA2-46B5-B9D9-D567EDDE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7BDD2-539C-4F4B-A311-9E391C6A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EE9F0-7916-4484-A26E-B0ABCEB5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47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194F2-40F4-41B9-A98A-C255081C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2BCE2-D308-4537-A174-A5F0B7D2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24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new idea I can explain…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48E22-361C-456F-B33F-418B146F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32A48-F0B6-4AEC-80D1-E9708640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956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action I will take in my folio or practical work…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8977B-F828-4F52-AEBF-47684E18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533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6CE58-57A3-418D-92FC-54B9E4E0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91125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Save your evidence before you leave</a:t>
            </a:r>
          </a:p>
        </p:txBody>
      </p:sp>
    </p:spTree>
    <p:extLst>
      <p:ext uri="{BB962C8B-B14F-4D97-AF65-F5344CB8AC3E}">
        <p14:creationId xmlns:p14="http://schemas.microsoft.com/office/powerpoint/2010/main" val="1331386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2026-08-11T03:16:15.0320000Z</dcterms:created>
  <dcterms:modified xsi:type="dcterms:W3CDTF">2026-08-11T03:16:15.0320000Z</dcterms:modified>
</coreProperties>
</file>