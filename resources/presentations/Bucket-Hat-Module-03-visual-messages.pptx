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6a788ab594653" /><Relationship Type="http://schemas.openxmlformats.org/officeDocument/2006/relationships/extended-properties" Target="/docProps/app.xml" Id="R24b4fcb83f454e62" /><Relationship Type="http://schemas.openxmlformats.org/officeDocument/2006/relationships/officeDocument" Target="/ppt/presentation.xml" Id="R3bd3c8f8903c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32ec61b3dd40ea"/>
  </p:sldMasterIdLst>
  <p:notesMasterIdLst>
    <p:notesMasterId xmlns:r="http://schemas.openxmlformats.org/officeDocument/2006/relationships" r:id="R5bbb1a2d6f4b45c4"/>
  </p:notesMasterIdLst>
  <p:sldIdLst>
    <p:sldId xmlns:r="http://schemas.openxmlformats.org/officeDocument/2006/relationships" id="256" r:id="Rb231b6c722ee4874"/>
    <p:sldId xmlns:r="http://schemas.openxmlformats.org/officeDocument/2006/relationships" id="257" r:id="R378e8eb376f5417c"/>
    <p:sldId xmlns:r="http://schemas.openxmlformats.org/officeDocument/2006/relationships" id="258" r:id="R6ab59c2db9f74a7a"/>
    <p:sldId xmlns:r="http://schemas.openxmlformats.org/officeDocument/2006/relationships" id="259" r:id="R7e71b3608fb34295"/>
    <p:sldId xmlns:r="http://schemas.openxmlformats.org/officeDocument/2006/relationships" id="260" r:id="Rc49267f4698a4655"/>
    <p:sldId xmlns:r="http://schemas.openxmlformats.org/officeDocument/2006/relationships" id="261" r:id="R4b33aafaef8c4208"/>
    <p:sldId xmlns:r="http://schemas.openxmlformats.org/officeDocument/2006/relationships" id="262" r:id="R22c42658e33e4006"/>
    <p:sldId xmlns:r="http://schemas.openxmlformats.org/officeDocument/2006/relationships" id="263" r:id="R7d1f786286e648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576a911054bd7" /><Relationship Type="http://schemas.openxmlformats.org/officeDocument/2006/relationships/slideMaster" Target="/ppt/slideMasters/slideMaster1.xml" Id="R3632ec61b3dd40ea" /><Relationship Type="http://schemas.openxmlformats.org/officeDocument/2006/relationships/notesMaster" Target="/ppt/notesMasters/notesMaster1.xml" Id="R5bbb1a2d6f4b45c4" /><Relationship Type="http://schemas.openxmlformats.org/officeDocument/2006/relationships/presProps" Target="/ppt/presProps.xml" Id="R8514c84161a64520" /><Relationship Type="http://schemas.openxmlformats.org/officeDocument/2006/relationships/tableStyles" Target="/ppt/tableStyles.xml" Id="R08a90f40fab14a2e" /><Relationship Type="http://schemas.openxmlformats.org/officeDocument/2006/relationships/slide" Target="/ppt/slides/slide1.xml" Id="Rb231b6c722ee4874" /><Relationship Type="http://schemas.openxmlformats.org/officeDocument/2006/relationships/slide" Target="/ppt/slides/slide2.xml" Id="R378e8eb376f5417c" /><Relationship Type="http://schemas.openxmlformats.org/officeDocument/2006/relationships/slide" Target="/ppt/slides/slide3.xml" Id="R6ab59c2db9f74a7a" /><Relationship Type="http://schemas.openxmlformats.org/officeDocument/2006/relationships/slide" Target="/ppt/slides/slide4.xml" Id="R7e71b3608fb34295" /><Relationship Type="http://schemas.openxmlformats.org/officeDocument/2006/relationships/slide" Target="/ppt/slides/slide5.xml" Id="Rc49267f4698a4655" /><Relationship Type="http://schemas.openxmlformats.org/officeDocument/2006/relationships/slide" Target="/ppt/slides/slide6.xml" Id="R4b33aafaef8c4208" /><Relationship Type="http://schemas.openxmlformats.org/officeDocument/2006/relationships/slide" Target="/ppt/slides/slide7.xml" Id="R22c42658e33e4006" /><Relationship Type="http://schemas.openxmlformats.org/officeDocument/2006/relationships/slide" Target="/ppt/slides/slide8.xml" Id="R7d1f786286e6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e957cad83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cae0ac980436f" /><Relationship Type="http://schemas.openxmlformats.org/officeDocument/2006/relationships/notesMaster" Target="/ppt/notesMasters/notesMaster1.xml" Id="R03f0f5bd559148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377b08089a4756" /><Relationship Type="http://schemas.openxmlformats.org/officeDocument/2006/relationships/notesMaster" Target="/ppt/notesMasters/notesMaster1.xml" Id="Raec40bf6ea5645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7f5ae26d84770" /><Relationship Type="http://schemas.openxmlformats.org/officeDocument/2006/relationships/notesMaster" Target="/ppt/notesMasters/notesMaster1.xml" Id="R275367f23cc243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e9063319d34058" /><Relationship Type="http://schemas.openxmlformats.org/officeDocument/2006/relationships/notesMaster" Target="/ppt/notesMasters/notesMaster1.xml" Id="Rab8886c6b34c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9935d5df14a74" /><Relationship Type="http://schemas.openxmlformats.org/officeDocument/2006/relationships/notesMaster" Target="/ppt/notesMasters/notesMaster1.xml" Id="R73caddece6e847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be09fbfc647e1" /><Relationship Type="http://schemas.openxmlformats.org/officeDocument/2006/relationships/notesMaster" Target="/ppt/notesMasters/notesMaster1.xml" Id="R2ea9d294d0ac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cccc3de524ce9" /><Relationship Type="http://schemas.openxmlformats.org/officeDocument/2006/relationships/notesMaster" Target="/ppt/notesMasters/notesMaster1.xml" Id="Rd865eb14739e46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ff19ecbe04597" /><Relationship Type="http://schemas.openxmlformats.org/officeDocument/2006/relationships/notesMaster" Target="/ppt/notesMasters/notesMaster1.xml" Id="R8c04068ed70f4f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Colour influences attention.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Symbols need context.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A cause must remain respectful.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15171fb0d4a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a9c610b624b6a" /><Relationship Type="http://schemas.openxmlformats.org/officeDocument/2006/relationships/slideLayout" Target="/ppt/slideLayouts/slideLayout1.xml" Id="R69fadfb69dea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adfb69dea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69eb53f449f4" /><Relationship Type="http://schemas.openxmlformats.org/officeDocument/2006/relationships/image" Target="/ppt/media/image.png" Id="R58727ee1f48141a5" /><Relationship Type="http://schemas.openxmlformats.org/officeDocument/2006/relationships/notesSlide" Target="/ppt/notesSlides/notesSlide1.xml" Id="R459414c449be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819a5f1934008" /><Relationship Type="http://schemas.openxmlformats.org/officeDocument/2006/relationships/notesSlide" Target="/ppt/notesSlides/notesSlide2.xml" Id="R7687181866bf41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1055dbf9e43f1" /><Relationship Type="http://schemas.openxmlformats.org/officeDocument/2006/relationships/image" Target="/ppt/media/image2.png" Id="Refdfcf48afd84363" /><Relationship Type="http://schemas.openxmlformats.org/officeDocument/2006/relationships/notesSlide" Target="/ppt/notesSlides/notesSlide3.xml" Id="Rf3d3e684ed4d4b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2fe7dd44e4585" /><Relationship Type="http://schemas.openxmlformats.org/officeDocument/2006/relationships/image" Target="/ppt/media/image3.png" Id="R491825f268194224" /><Relationship Type="http://schemas.openxmlformats.org/officeDocument/2006/relationships/notesSlide" Target="/ppt/notesSlides/notesSlide4.xml" Id="R0847206edff5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73093025d4f36" /><Relationship Type="http://schemas.openxmlformats.org/officeDocument/2006/relationships/image" Target="/ppt/media/image4.png" Id="R685f40bb851e4208" /><Relationship Type="http://schemas.openxmlformats.org/officeDocument/2006/relationships/notesSlide" Target="/ppt/notesSlides/notesSlide5.xml" Id="R898da6ba380f4d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ccea9844044ab" /><Relationship Type="http://schemas.openxmlformats.org/officeDocument/2006/relationships/notesSlide" Target="/ppt/notesSlides/notesSlide6.xml" Id="R3b957b44e99e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77333ae9e404f" /><Relationship Type="http://schemas.openxmlformats.org/officeDocument/2006/relationships/notesSlide" Target="/ppt/notesSlides/notesSlide7.xml" Id="R20e903d0a6424f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41d9fd5da4b00" /><Relationship Type="http://schemas.openxmlformats.org/officeDocument/2006/relationships/notesSlide" Target="/ppt/notesSlides/notesSlide8.xml" Id="R2aca211ac0f9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8DF44-0EEF-4563-86ED-1F6ADD3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27ee1f48141a5"/>
          <a:srcRect xmlns:a="http://schemas.openxmlformats.org/drawingml/2006/main" l="24462" t="0" r="244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243EC-62F8-4263-8975-6532D2AA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601C-E821-40D3-A64F-577196EA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D49DC-B56E-47F4-8926-404130D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Visual messages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D0676-51E0-4CE5-84B6-E3EA9F2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F6052-321E-4181-A001-31DFBE3A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1269749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33D96-3511-48AF-A06D-966CE81C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63F19-78E9-435E-934C-0514331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75031-E2A6-496F-9684-53024C9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85C8-ED9D-4B48-8C82-BC4CC0D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B7024-1B73-46CD-B23E-F688303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62EDF-C8BC-4E00-A0E0-07CA1DBA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5B4AA-F129-47A5-8BAA-AAA1A457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FD4D1-D058-4DD7-BB50-96B9CFF3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87A38-F058-4083-BBCD-BA32FA9E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7429B-5508-4E19-9260-8D26E0C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Colour influences 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E81A3-FC8B-450B-B8FC-7041FC4C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75985-A15D-4D0A-80A3-DD2148D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92558-A72F-4FF8-B034-9C55D842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61440-3E78-464D-A0C1-B8157F62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Symbols need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D8E5E-9314-454E-BF6E-C70182D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13F23-5134-46E3-BDEA-4EFA66ED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11F33-5512-45A1-8E77-BD125CBF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46356-9559-43FB-A5FB-1AAD8C70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A cause must remain respectful</a:t>
            </a:r>
          </a:p>
        </p:txBody>
      </p:sp>
    </p:spTree>
    <p:extLst>
      <p:ext uri="{BB962C8B-B14F-4D97-AF65-F5344CB8AC3E}">
        <p14:creationId xmlns:p14="http://schemas.microsoft.com/office/powerpoint/2010/main" val="267074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47D2-E111-4722-B4DC-2A575F50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57A98-2634-4A31-BB7B-A0EA2B40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EAB51-50C9-4DC2-946F-5965404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Colour influences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68F5C-05D0-40EE-8326-BC7605D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F30AE-1EDC-415E-9844-BD5EC9C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0491-C86B-4DBA-B484-8D246F1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fcf48afd84363"/>
          <a:srcRect xmlns:a="http://schemas.openxmlformats.org/drawingml/2006/main" l="4665" t="0" r="4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6E810-61D4-4854-9B68-0A292E16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A808E-9FFE-4F89-AC8C-7A04BD63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DEC75-93AE-4581-80CA-0ACB4DA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9B8E8-7182-4495-9C77-26D8B026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341092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7896F-5AAB-4BBF-A640-8EF9F1F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D5CE3-C548-40E2-B94C-36F7C3E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00298-58E4-4B7F-8491-B9225319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Symbols need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69F09-E1CA-4FB0-92CB-A3B22B5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765B3-A493-40A9-A6CE-BAD35987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A67D-88A2-49FC-9730-A5583B83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825f268194224"/>
          <a:srcRect xmlns:a="http://schemas.openxmlformats.org/drawingml/2006/main" l="3894" t="0" r="3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BE4B9-BE26-47A2-8B1A-87902DD4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D5124-564A-4503-84C1-FDB4257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A3302-DA63-4C81-898F-90B0BA2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18381-9A81-4201-B529-2495496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467191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2E185-8878-4477-8442-062DA037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87D63-5457-473B-87DB-E4ABC7F4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6AEFE-FB81-4C54-9424-6A9FFF3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A cause must remain respectful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8749-8B65-4B21-82FB-9526329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AE146-9FF8-41AA-A004-0B7CFE6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330FA-E1D1-4A12-BC95-5C8F8D44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f40bb851e4208"/>
          <a:srcRect xmlns:a="http://schemas.openxmlformats.org/drawingml/2006/main" l="4212" t="0" r="42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EDE2D-8CB8-4BAB-8492-CD4BA489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2F8B3-92B7-484B-9FA8-E7D5179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A9C70-C5E6-4423-84B1-F0F4BA9D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D613A-47D2-4AA8-ABBC-AFCAA0E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2071256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D3503-A4D4-4A50-B693-114A798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4D8A7-7049-466E-8D89-5CFE0901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7C324-CD79-4C81-896A-55516AC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33ADE-6145-4206-B578-A4EB58B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E7D1C-6A85-4EA4-A3E2-1929D286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2E680-3277-4A15-B3F0-8FBA0C2B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A76AF-737C-4037-90E1-6A6F75D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99CB6-B2C1-436B-94B3-9AD71A5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“Symbols need context”?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1A480-E85E-4679-B6D2-262FF73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BCABA-F084-46B0-9726-6B621563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E66EA-4781-4393-9084-3F37EF5D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817CC-DBE5-4F9A-92AA-579E134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B68-481E-4ED1-9D8B-A6491A56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8EE1C-3CA9-4D4F-873E-B1199CD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2064101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342ED-C9F3-4CD4-887D-F507C84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2DC01-23E7-4B50-8B4E-1D2ACFF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4C615-54F7-420E-8287-78C74DE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75E0B-580B-4EE1-B087-2D2089D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4B790-E2CA-4E86-B968-37E5503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0897-DF39-4B5D-92A4-A7B5023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4F837-99D9-4632-A498-4F4103C9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888EA-688B-4DC3-85DD-78CB157E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8613-5F90-4046-A239-30C5B6BC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0DA66-1ADE-4304-9C1C-C7680EB7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80B6-6F21-46D6-8954-7B4BB4BE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34FFF-DBBD-4D61-8DB2-EF963B2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797FE-D66B-4365-81AC-2EA32B6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C2C50-6AF4-4850-9967-47F57390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40FDE-2D91-4710-AF6B-AD7F69A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9E988-E5EC-44C2-9527-D47F2CB8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F9585-FD87-48A7-A83D-7C90DDEE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CB093-2855-43A5-8ACA-F0A9658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B4053-AA69-4E0D-9F44-E124486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1D767-9C72-4C61-8405-1A09063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C0279-84BF-4829-B1F6-ED98FBA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0E170-C758-406F-8058-185981A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784935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6DFFF-3AAA-4125-A212-06BB5DB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51EDB-1C9C-4B20-8749-CE95E11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2F91C-5AA0-475E-84AA-08CC353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FAA8A-E989-4AB2-8FC3-F7AF5D75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74FB-5318-4F38-85C3-90835E1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9A0C4-273F-4E46-B98C-172F7000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E5323-9BD4-4B6A-ACA9-8F538A9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E6A1-F437-4C13-994B-43A618B3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A0307-5AC8-4D93-B0E0-A5248272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947BC-E4B3-4FDE-B1DE-AF5DD28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56424-96CA-4876-B951-960D84DA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784D-0F7A-4B0C-89D1-0A234B3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8DE5E-BA39-4C83-B631-817A614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385499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2026-08-11T03:16:13.8970000Z</dcterms:created>
  <dcterms:modified xsi:type="dcterms:W3CDTF">2026-08-11T03:16:13.8970000Z</dcterms:modified>
</coreProperties>
</file>