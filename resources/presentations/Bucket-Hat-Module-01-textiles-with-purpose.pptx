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2024b1e3c14a41" /><Relationship Type="http://schemas.openxmlformats.org/officeDocument/2006/relationships/extended-properties" Target="/docProps/app.xml" Id="R916b723306544506" /><Relationship Type="http://schemas.openxmlformats.org/officeDocument/2006/relationships/officeDocument" Target="/ppt/presentation.xml" Id="Rb20e8d797f4242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357112c8a34acd"/>
  </p:sldMasterIdLst>
  <p:notesMasterIdLst>
    <p:notesMasterId xmlns:r="http://schemas.openxmlformats.org/officeDocument/2006/relationships" r:id="R8733148d5d63492a"/>
  </p:notesMasterIdLst>
  <p:sldIdLst>
    <p:sldId xmlns:r="http://schemas.openxmlformats.org/officeDocument/2006/relationships" id="256" r:id="R9c2e830c76d44535"/>
    <p:sldId xmlns:r="http://schemas.openxmlformats.org/officeDocument/2006/relationships" id="257" r:id="R7fbcec30ac584d7a"/>
    <p:sldId xmlns:r="http://schemas.openxmlformats.org/officeDocument/2006/relationships" id="258" r:id="Ra908322f50f64d7f"/>
    <p:sldId xmlns:r="http://schemas.openxmlformats.org/officeDocument/2006/relationships" id="259" r:id="Rb5af68b42874402b"/>
    <p:sldId xmlns:r="http://schemas.openxmlformats.org/officeDocument/2006/relationships" id="260" r:id="R8c6743e3f6b345e4"/>
    <p:sldId xmlns:r="http://schemas.openxmlformats.org/officeDocument/2006/relationships" id="261" r:id="Rd0b8bbd6361d4011"/>
    <p:sldId xmlns:r="http://schemas.openxmlformats.org/officeDocument/2006/relationships" id="262" r:id="R6d960e1de6ab45d5"/>
    <p:sldId xmlns:r="http://schemas.openxmlformats.org/officeDocument/2006/relationships" id="263" r:id="Rf213ce8bc0764d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713d4a3f224459" /><Relationship Type="http://schemas.openxmlformats.org/officeDocument/2006/relationships/slideMaster" Target="/ppt/slideMasters/slideMaster1.xml" Id="Rf0357112c8a34acd" /><Relationship Type="http://schemas.openxmlformats.org/officeDocument/2006/relationships/notesMaster" Target="/ppt/notesMasters/notesMaster1.xml" Id="R8733148d5d63492a" /><Relationship Type="http://schemas.openxmlformats.org/officeDocument/2006/relationships/presProps" Target="/ppt/presProps.xml" Id="R692a291ef34547ce" /><Relationship Type="http://schemas.openxmlformats.org/officeDocument/2006/relationships/tableStyles" Target="/ppt/tableStyles.xml" Id="Rf52eabd48e3e4d92" /><Relationship Type="http://schemas.openxmlformats.org/officeDocument/2006/relationships/slide" Target="/ppt/slides/slide1.xml" Id="R9c2e830c76d44535" /><Relationship Type="http://schemas.openxmlformats.org/officeDocument/2006/relationships/slide" Target="/ppt/slides/slide2.xml" Id="R7fbcec30ac584d7a" /><Relationship Type="http://schemas.openxmlformats.org/officeDocument/2006/relationships/slide" Target="/ppt/slides/slide3.xml" Id="Ra908322f50f64d7f" /><Relationship Type="http://schemas.openxmlformats.org/officeDocument/2006/relationships/slide" Target="/ppt/slides/slide4.xml" Id="Rb5af68b42874402b" /><Relationship Type="http://schemas.openxmlformats.org/officeDocument/2006/relationships/slide" Target="/ppt/slides/slide5.xml" Id="R8c6743e3f6b345e4" /><Relationship Type="http://schemas.openxmlformats.org/officeDocument/2006/relationships/slide" Target="/ppt/slides/slide6.xml" Id="Rd0b8bbd6361d4011" /><Relationship Type="http://schemas.openxmlformats.org/officeDocument/2006/relationships/slide" Target="/ppt/slides/slide7.xml" Id="R6d960e1de6ab45d5" /><Relationship Type="http://schemas.openxmlformats.org/officeDocument/2006/relationships/slide" Target="/ppt/slides/slide8.xml" Id="Rf213ce8bc0764d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40dfac159742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5bf860d9ec4d66" /><Relationship Type="http://schemas.openxmlformats.org/officeDocument/2006/relationships/notesMaster" Target="/ppt/notesMasters/notesMaster1.xml" Id="R96574c8db6104a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5a54a559c94706" /><Relationship Type="http://schemas.openxmlformats.org/officeDocument/2006/relationships/notesMaster" Target="/ppt/notesMasters/notesMaster1.xml" Id="Rc4fda0ed1ec242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67ca552975422d" /><Relationship Type="http://schemas.openxmlformats.org/officeDocument/2006/relationships/notesMaster" Target="/ppt/notesMasters/notesMaster1.xml" Id="R773df9589d784b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8034905fcf49d3" /><Relationship Type="http://schemas.openxmlformats.org/officeDocument/2006/relationships/notesMaster" Target="/ppt/notesMasters/notesMaster1.xml" Id="R1f96973c887244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4ffa10a9684d48" /><Relationship Type="http://schemas.openxmlformats.org/officeDocument/2006/relationships/notesMaster" Target="/ppt/notesMasters/notesMaster1.xml" Id="R8c0095eb122044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54e4e666e74ff2" /><Relationship Type="http://schemas.openxmlformats.org/officeDocument/2006/relationships/notesMaster" Target="/ppt/notesMasters/notesMaster1.xml" Id="R3b49d7acbfae4a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48d9d687d34cee" /><Relationship Type="http://schemas.openxmlformats.org/officeDocument/2006/relationships/notesMaster" Target="/ppt/notesMasters/notesMaster1.xml" Id="Rede9613774004b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d9622bc1ca4685" /><Relationship Type="http://schemas.openxmlformats.org/officeDocument/2006/relationships/notesMaster" Target="/ppt/notesMasters/notesMaster1.xml" Id="R11758a51e92c40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lesson and ask students to predict how this topic will influence their own reversible 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map aloud. Students choose the idea they already understand best and the one they need to watch closely.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Textiles are engineered materials.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Products communicate purpose.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A cause needs evidence.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independently, then compare justification with a partner. Accept different decisions when evidence is relevant and specific.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 analogous response without answering the live question. Ask students to underline the factual support and circle the connection.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two statements as a quick readiness check. Direct students back to the precise theory section if their answer is vague.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d604773bd04b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9b2f7942944c9a" /><Relationship Type="http://schemas.openxmlformats.org/officeDocument/2006/relationships/slideLayout" Target="/ppt/slideLayouts/slideLayout1.xml" Id="R42e8d8d9bc5847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e8d8d9bc5847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1564bc5934904" /><Relationship Type="http://schemas.openxmlformats.org/officeDocument/2006/relationships/image" Target="/ppt/media/image.png" Id="R1566be8c5c0e4c97" /><Relationship Type="http://schemas.openxmlformats.org/officeDocument/2006/relationships/notesSlide" Target="/ppt/notesSlides/notesSlide1.xml" Id="Rfba27fa2964140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accbd77da4fa9" /><Relationship Type="http://schemas.openxmlformats.org/officeDocument/2006/relationships/notesSlide" Target="/ppt/notesSlides/notesSlide2.xml" Id="Rc28ed13912d445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883cfb83940be" /><Relationship Type="http://schemas.openxmlformats.org/officeDocument/2006/relationships/image" Target="/ppt/media/image2.png" Id="R5857d063d6fc42c0" /><Relationship Type="http://schemas.openxmlformats.org/officeDocument/2006/relationships/notesSlide" Target="/ppt/notesSlides/notesSlide3.xml" Id="Rb47fdd7b82f445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cea68262d4a30" /><Relationship Type="http://schemas.openxmlformats.org/officeDocument/2006/relationships/image" Target="/ppt/media/image3.png" Id="Rbd6463059dc9428a" /><Relationship Type="http://schemas.openxmlformats.org/officeDocument/2006/relationships/notesSlide" Target="/ppt/notesSlides/notesSlide4.xml" Id="R4173988dd24244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359f0ac7c42fd" /><Relationship Type="http://schemas.openxmlformats.org/officeDocument/2006/relationships/image" Target="/ppt/media/image4.png" Id="Rf2acd26599a24ab3" /><Relationship Type="http://schemas.openxmlformats.org/officeDocument/2006/relationships/notesSlide" Target="/ppt/notesSlides/notesSlide5.xml" Id="R95eb06c0571640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7dbcb9e734579" /><Relationship Type="http://schemas.openxmlformats.org/officeDocument/2006/relationships/notesSlide" Target="/ppt/notesSlides/notesSlide6.xml" Id="Rcd4f60c860d84c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2b09a3f0e44d5" /><Relationship Type="http://schemas.openxmlformats.org/officeDocument/2006/relationships/notesSlide" Target="/ppt/notesSlides/notesSlide7.xml" Id="R97717aa6047447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3860857f046d3" /><Relationship Type="http://schemas.openxmlformats.org/officeDocument/2006/relationships/notesSlide" Target="/ppt/notesSlides/notesSlide8.xml" Id="R63c0a6e283d147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522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6A401-E228-4B2E-ABC0-02F2DD1D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6be8c5c0e4c97"/>
          <a:srcRect xmlns:a="http://schemas.openxmlformats.org/drawingml/2006/main" l="25926" t="0" r="25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1F8D0-3D35-4B9C-8151-DB923E7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>
              <a:alpha val="9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8D43D-048B-4094-B6C3-58D1D064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BD57"/>
                </a:solidFill>
              </a:defRPr>
            </a:pPr>
            <a:r>
              <a:rPr sz="1125" b="1">
                <a:solidFill>
                  <a:srgbClr val="F0BD57"/>
                </a:solidFill>
              </a:rPr>
              <a:t>MODULE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D2262-8521-41CB-A970-A7300EE4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Textiles with a purpose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812E5-DECA-4A64-A065-385ECD85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DCF7"/>
                </a:solidFill>
              </a:defRPr>
            </a:pPr>
            <a:r>
              <a:rPr sz="1875" b="1">
                <a:solidFill>
                  <a:srgbClr val="E9DCF7"/>
                </a:solidFill>
              </a:rPr>
              <a:t>Bucket Hat for a Cause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128DB-C3EC-41B7-B32B-1F8DB330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Year 7/8 Technology Mandatory • Textiles</a:t>
            </a:r>
          </a:p>
        </p:txBody>
      </p:sp>
    </p:spTree>
    <p:extLst>
      <p:ext uri="{BB962C8B-B14F-4D97-AF65-F5344CB8AC3E}">
        <p14:creationId xmlns:p14="http://schemas.microsoft.com/office/powerpoint/2010/main" val="3809790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A70F1B-C556-4E51-B096-CC18C9F1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E1EED-9FE7-46C6-8005-5819179E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LEARNING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DFA44-DBD1-41B4-AB45-29508966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Three ideas to take into the workshop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C882D-4D96-4448-8345-2339D08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D2C61-5D60-46C0-98D4-0EDD5936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F737F-D4EA-4EBD-B15F-27432B96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D38E4-2DCA-4253-808B-A05D5030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1E4C3-CCDB-43CA-A53C-FB09926F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86FAE-49C3-47CF-B1AE-94687716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431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35B0A-900C-406B-ABD6-6052D464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Textiles are engineered materials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AFCFB-C4DF-43BF-8D18-08078A09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6C684-4C70-4320-B913-7A2974B4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051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88ADA-7646-4337-8A51-821D3C5A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04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715F8B-C268-486B-9CB1-026361D0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Products communicate purpose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6C4671-3C6E-4712-8ABA-E336726C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8DFAA-F0E2-49FD-9AF6-DFDBDB8B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291790-800C-41EA-9EAD-19531562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577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7348D-E979-4AA9-8EE0-3A9F2D60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52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A cause needs evidence</a:t>
            </a:r>
          </a:p>
        </p:txBody>
      </p:sp>
    </p:spTree>
    <p:extLst>
      <p:ext uri="{BB962C8B-B14F-4D97-AF65-F5344CB8AC3E}">
        <p14:creationId xmlns:p14="http://schemas.microsoft.com/office/powerpoint/2010/main" val="25615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C271D-3829-41E4-99CA-81247195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84C3A-336D-458C-B2B6-42106F90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1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3526E-E2E8-49A0-B905-D4901F92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Textiles are engineered materials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6E787-9330-4DE0-837F-8FA13366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E5D77-65A3-421B-9942-159536E3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B97F4-DB07-47E5-ACEA-23C6B0BA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7d063d6fc42c0"/>
          <a:srcRect xmlns:a="http://schemas.openxmlformats.org/drawingml/2006/main" l="7265" t="0" r="72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FB27D-0637-4721-8D84-2FEE26B6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BA72A-E9C6-4E36-88DA-03C1BA40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NOTICE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What can you observe?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19E6E-98D6-4161-BF8B-5B24B374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B7CCA-BDCE-4F61-84A7-4E0D63BB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991454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845F1-9767-4E38-B212-317E3769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B44BB-29B6-4418-9E05-036A2D34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2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B836C-B14F-494D-B062-290D88E2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Products communicate purpose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6DCF2-22B0-4D24-BF39-632F5D8E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FC65B-3863-4F26-B3CA-E0FF1D5F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0335C-0A03-43BC-BDB3-05467B5B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463059dc9428a"/>
          <a:srcRect xmlns:a="http://schemas.openxmlformats.org/drawingml/2006/main" l="4855" t="0" r="48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FDD72-F8B6-42CC-A41E-2A0B5594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A3942-907A-4BFA-8D13-DC8AFCB5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CONNECT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How does it affect function, appearance or responsibility?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AACD2-8EE3-4C2A-812F-F8CE3E22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D2256-A946-41CF-97ED-7E2083AB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7711742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553C8-FC06-4330-A8F3-847911CA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9EE8C-DF34-42B3-B184-018C86B4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3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B6183-6BF8-4382-9A0A-6D88C3FC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A cause needs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76D07-3F65-49EB-B94C-BF49ABC0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57046-C9EB-4503-AE7A-8CA41772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20C84-5A6E-447C-8D41-96EECDCE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cd26599a24ab3"/>
          <a:srcRect xmlns:a="http://schemas.openxmlformats.org/drawingml/2006/main" l="4408" t="0" r="44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ADC64-4BA8-401D-B7E9-F9328B5B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29818-E509-4FF8-8B37-60D2DF01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DECIDE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What will you do in your own project?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8F282-322F-48DE-9609-24495D0F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8652A-D7AB-4332-98F6-0A1D76DA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5555874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46BF6F-01E7-409A-8258-50F25229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51E9A-DB23-4BE3-B382-FD49B2AE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LEARNING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80C2C-C1F2-4B2F-9558-7C66E858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Can you apply the idea?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B4BA6-205E-488E-8FAF-0B2D60BA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9D3E2-A96A-449C-B94F-1BF10027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0C64A-6AD9-4300-962A-3A49CB32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BA59F-6EB3-4807-928A-F4FA9CCC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94B1E-6A36-4464-99C1-55B179AC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60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Which design decision would best demonstrate: “Products communicate purpose”?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57BF4-E737-4E4F-A2C7-05E05D0C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7D625-82B4-4B9B-BAFF-1C70D06E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Choose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C4DEE-9A49-47D5-8D26-E4BE166E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0159D-CE8C-4124-85CF-AF1729A7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Justify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9E69D-63BA-40BE-8B15-5B8AD58F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D0864-C6E7-4687-AB8C-D44E2D90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Check evidence</a:t>
            </a:r>
          </a:p>
        </p:txBody>
      </p:sp>
    </p:spTree>
    <p:extLst>
      <p:ext uri="{BB962C8B-B14F-4D97-AF65-F5344CB8AC3E}">
        <p14:creationId xmlns:p14="http://schemas.microsoft.com/office/powerpoint/2010/main" val="4327540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CA97E6-A6CA-473C-BB3B-DCA60961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95FD0-705F-4DF9-A9BC-085B088E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WRITTEN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BA3F6-9E9C-483A-B1B3-138B8B70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Use RSEC to build a strong paragraph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6A407-7949-4705-9806-79995D5D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F2F0B-1C8E-4EF8-B6B4-3B71BC1C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A83B6-75C8-4831-95D1-EAAB9298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9DCD6-75B2-4BA6-8D59-A79C234F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13D5E-6508-428F-92E6-B5858D91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432E3-FE36-4CD2-90C9-C496FC78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192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Respond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CF889-7D32-4E68-9DF9-CF5B824E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288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Answer the question directly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8265A-08AC-4A94-B0D4-20955585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BA753-4E85-4A61-A1FA-134775C2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7CC58-2548-4FD7-ABCD-08CEBD4A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BEE42-801A-4A9E-BC41-BF9B09B5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Name a taught fact or observation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B34E0-B650-44FA-9297-075329F8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3E7B5-3C26-4656-B449-B5332FB1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14297-10C5-46E2-B4E7-323325BC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99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Explain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02D44-7E19-4A10-A3AA-53DE2FA7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Show how it affects the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42C65-0C2D-4C2C-8A69-DE24B1B8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992D67-130E-49A7-BDD5-B971AE1B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339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95A5CB-875C-4360-8648-C1224B6A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053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Connect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C92331-BB67-4556-882D-454DF680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148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Link back to purpose or criteria</a:t>
            </a:r>
          </a:p>
        </p:txBody>
      </p:sp>
    </p:spTree>
    <p:extLst>
      <p:ext uri="{BB962C8B-B14F-4D97-AF65-F5344CB8AC3E}">
        <p14:creationId xmlns:p14="http://schemas.microsoft.com/office/powerpoint/2010/main" val="3522335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C5E21-47AC-4EE3-8DDE-86E7AE24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9E163-431B-4A93-82F0-3B5C623A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AA3D3-2509-4229-9E94-B8506942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Leave with a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DFF40-9030-4F20-8F8E-A6E22378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B6E64-EF07-476F-82B1-91C7485E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5C6B0-BEDF-4460-A6B5-7669A66C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97F66-4F6C-46DE-A392-27E8C645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477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7323F-2F98-4E32-AC6B-E680ECDD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669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63F72"/>
                </a:solidFill>
              </a:defRPr>
            </a:pPr>
            <a:r>
              <a:rPr sz="3300" b="1">
                <a:solidFill>
                  <a:srgbClr val="B63F72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1E583-A7BA-4B35-B6C6-53D33324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24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225D"/>
                </a:solidFill>
              </a:defRPr>
            </a:pPr>
            <a:r>
              <a:rPr sz="2250" b="1">
                <a:solidFill>
                  <a:srgbClr val="35225D"/>
                </a:solidFill>
              </a:rPr>
              <a:t>One new idea I can explain…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B8F2A-1CB2-4E2A-89E3-F08B93AA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38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63F72"/>
                </a:solidFill>
              </a:defRPr>
            </a:pPr>
            <a:r>
              <a:rPr sz="3300" b="1">
                <a:solidFill>
                  <a:srgbClr val="B63F72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82FF3-CCE5-4891-952E-DD6F2CD2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9565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225D"/>
                </a:solidFill>
              </a:defRPr>
            </a:pPr>
            <a:r>
              <a:rPr sz="2250" b="1">
                <a:solidFill>
                  <a:srgbClr val="35225D"/>
                </a:solidFill>
              </a:rPr>
              <a:t>One action I will take in my folio or practical work…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BBE1F-CABA-4330-9C26-A59E1ED4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95875"/>
            <a:ext cx="53340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D977B-8FCD-42D5-B2E4-AA31730E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91125"/>
            <a:ext cx="502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Save your evidence before you leave</a:t>
            </a:r>
          </a:p>
        </p:txBody>
      </p:sp>
    </p:spTree>
    <p:extLst>
      <p:ext uri="{BB962C8B-B14F-4D97-AF65-F5344CB8AC3E}">
        <p14:creationId xmlns:p14="http://schemas.microsoft.com/office/powerpoint/2010/main" val="9849831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2026-08-11T03:16:11.5890000Z</dcterms:created>
  <dcterms:modified xsi:type="dcterms:W3CDTF">2026-08-11T03:16:11.5890000Z</dcterms:modified>
</coreProperties>
</file>