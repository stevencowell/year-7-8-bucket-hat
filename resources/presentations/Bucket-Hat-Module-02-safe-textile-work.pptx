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dec0baa2448fc" /><Relationship Type="http://schemas.openxmlformats.org/officeDocument/2006/relationships/extended-properties" Target="/docProps/app.xml" Id="Refcea709729948e9" /><Relationship Type="http://schemas.openxmlformats.org/officeDocument/2006/relationships/officeDocument" Target="/ppt/presentation.xml" Id="R6278ce695acc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cecc7c036a4a72"/>
  </p:sldMasterIdLst>
  <p:notesMasterIdLst>
    <p:notesMasterId xmlns:r="http://schemas.openxmlformats.org/officeDocument/2006/relationships" r:id="R5b38c1a12de5445a"/>
  </p:notesMasterIdLst>
  <p:sldIdLst>
    <p:sldId xmlns:r="http://schemas.openxmlformats.org/officeDocument/2006/relationships" id="256" r:id="Rec8bbe529b624798"/>
    <p:sldId xmlns:r="http://schemas.openxmlformats.org/officeDocument/2006/relationships" id="257" r:id="Rc2a09e71cb5945c1"/>
    <p:sldId xmlns:r="http://schemas.openxmlformats.org/officeDocument/2006/relationships" id="258" r:id="Rddefc18ca1254b45"/>
    <p:sldId xmlns:r="http://schemas.openxmlformats.org/officeDocument/2006/relationships" id="259" r:id="Rd3c376c932de442b"/>
    <p:sldId xmlns:r="http://schemas.openxmlformats.org/officeDocument/2006/relationships" id="260" r:id="R3698ee3002814c87"/>
    <p:sldId xmlns:r="http://schemas.openxmlformats.org/officeDocument/2006/relationships" id="261" r:id="R753abcc0fef6404c"/>
    <p:sldId xmlns:r="http://schemas.openxmlformats.org/officeDocument/2006/relationships" id="262" r:id="R3de6b5f930d04b73"/>
    <p:sldId xmlns:r="http://schemas.openxmlformats.org/officeDocument/2006/relationships" id="263" r:id="R69f5c32fac8547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13162efeb48c5" /><Relationship Type="http://schemas.openxmlformats.org/officeDocument/2006/relationships/slideMaster" Target="/ppt/slideMasters/slideMaster1.xml" Id="R78cecc7c036a4a72" /><Relationship Type="http://schemas.openxmlformats.org/officeDocument/2006/relationships/notesMaster" Target="/ppt/notesMasters/notesMaster1.xml" Id="R5b38c1a12de5445a" /><Relationship Type="http://schemas.openxmlformats.org/officeDocument/2006/relationships/presProps" Target="/ppt/presProps.xml" Id="Rfaefc52a711e4a6d" /><Relationship Type="http://schemas.openxmlformats.org/officeDocument/2006/relationships/tableStyles" Target="/ppt/tableStyles.xml" Id="R68464d1fd6c84d50" /><Relationship Type="http://schemas.openxmlformats.org/officeDocument/2006/relationships/slide" Target="/ppt/slides/slide1.xml" Id="Rec8bbe529b624798" /><Relationship Type="http://schemas.openxmlformats.org/officeDocument/2006/relationships/slide" Target="/ppt/slides/slide2.xml" Id="Rc2a09e71cb5945c1" /><Relationship Type="http://schemas.openxmlformats.org/officeDocument/2006/relationships/slide" Target="/ppt/slides/slide3.xml" Id="Rddefc18ca1254b45" /><Relationship Type="http://schemas.openxmlformats.org/officeDocument/2006/relationships/slide" Target="/ppt/slides/slide4.xml" Id="Rd3c376c932de442b" /><Relationship Type="http://schemas.openxmlformats.org/officeDocument/2006/relationships/slide" Target="/ppt/slides/slide5.xml" Id="R3698ee3002814c87" /><Relationship Type="http://schemas.openxmlformats.org/officeDocument/2006/relationships/slide" Target="/ppt/slides/slide6.xml" Id="R753abcc0fef6404c" /><Relationship Type="http://schemas.openxmlformats.org/officeDocument/2006/relationships/slide" Target="/ppt/slides/slide7.xml" Id="R3de6b5f930d04b73" /><Relationship Type="http://schemas.openxmlformats.org/officeDocument/2006/relationships/slide" Target="/ppt/slides/slide8.xml" Id="R69f5c32fac85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0aee9c82c48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5cc31a2913442a" /><Relationship Type="http://schemas.openxmlformats.org/officeDocument/2006/relationships/notesMaster" Target="/ppt/notesMasters/notesMaster1.xml" Id="R0456c705c66a4b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4c414b2f84612" /><Relationship Type="http://schemas.openxmlformats.org/officeDocument/2006/relationships/notesMaster" Target="/ppt/notesMasters/notesMaster1.xml" Id="Rbaa96faf202f42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67f00938a420c" /><Relationship Type="http://schemas.openxmlformats.org/officeDocument/2006/relationships/notesMaster" Target="/ppt/notesMasters/notesMaster1.xml" Id="R5f46ff9c50674b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1803909204d46" /><Relationship Type="http://schemas.openxmlformats.org/officeDocument/2006/relationships/notesMaster" Target="/ppt/notesMasters/notesMaster1.xml" Id="R40ce1ce3abcc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47aa342ff44a4c" /><Relationship Type="http://schemas.openxmlformats.org/officeDocument/2006/relationships/notesMaster" Target="/ppt/notesMasters/notesMaster1.xml" Id="Rf245365335a54a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a946bf0984793" /><Relationship Type="http://schemas.openxmlformats.org/officeDocument/2006/relationships/notesMaster" Target="/ppt/notesMasters/notesMaster1.xml" Id="R0e27ccd18a72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399bc4e5964b4a" /><Relationship Type="http://schemas.openxmlformats.org/officeDocument/2006/relationships/notesMaster" Target="/ppt/notesMasters/notesMaster1.xml" Id="R7d62ab1a539a43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e1738e6c64a9a" /><Relationship Type="http://schemas.openxmlformats.org/officeDocument/2006/relationships/notesMaster" Target="/ppt/notesMasters/notesMaster1.xml" Id="Rb2fc3bffad1e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Hazards, risks and controls.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Tools have safe routines.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Stop and ask when unsure.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abccc46ce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7898473b74eb2" /><Relationship Type="http://schemas.openxmlformats.org/officeDocument/2006/relationships/slideLayout" Target="/ppt/slideLayouts/slideLayout1.xml" Id="Ra887dbda7ab54a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87dbda7ab54a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d59c9c054570" /><Relationship Type="http://schemas.openxmlformats.org/officeDocument/2006/relationships/image" Target="/ppt/media/image.png" Id="Re4f47e8671514962" /><Relationship Type="http://schemas.openxmlformats.org/officeDocument/2006/relationships/notesSlide" Target="/ppt/notesSlides/notesSlide1.xml" Id="R40be7e7d150a4a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e633e3aae4eda" /><Relationship Type="http://schemas.openxmlformats.org/officeDocument/2006/relationships/notesSlide" Target="/ppt/notesSlides/notesSlide2.xml" Id="R0c383e14855c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6cdb5fe174001" /><Relationship Type="http://schemas.openxmlformats.org/officeDocument/2006/relationships/image" Target="/ppt/media/image2.png" Id="Raf885a5cbe264172" /><Relationship Type="http://schemas.openxmlformats.org/officeDocument/2006/relationships/notesSlide" Target="/ppt/notesSlides/notesSlide3.xml" Id="R7cd88c29699b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0b7d650f5442e" /><Relationship Type="http://schemas.openxmlformats.org/officeDocument/2006/relationships/image" Target="/ppt/media/image3.png" Id="Rea790c93ba124d08" /><Relationship Type="http://schemas.openxmlformats.org/officeDocument/2006/relationships/notesSlide" Target="/ppt/notesSlides/notesSlide4.xml" Id="R0e784f39e2c64a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3bc2765f4dd2" /><Relationship Type="http://schemas.openxmlformats.org/officeDocument/2006/relationships/image" Target="/ppt/media/image.jpeg" Id="R50e2555baf694488" /><Relationship Type="http://schemas.openxmlformats.org/officeDocument/2006/relationships/notesSlide" Target="/ppt/notesSlides/notesSlide5.xml" Id="R15218909597e4a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7a225e1e466f" /><Relationship Type="http://schemas.openxmlformats.org/officeDocument/2006/relationships/notesSlide" Target="/ppt/notesSlides/notesSlide6.xml" Id="R391151fb2a4449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be8c609f642a0" /><Relationship Type="http://schemas.openxmlformats.org/officeDocument/2006/relationships/notesSlide" Target="/ppt/notesSlides/notesSlide7.xml" Id="R7145fc5c2cb04d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dc27d41cd45d7" /><Relationship Type="http://schemas.openxmlformats.org/officeDocument/2006/relationships/notesSlide" Target="/ppt/notesSlides/notesSlide8.xml" Id="Re437a83b72e94d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EC8A7-BE0F-459A-9EA4-6E88C72E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47e8671514962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F7B29-C7FF-4E01-9243-AC03B8E5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EFAF3-EC5A-45DF-9B7A-A1F86F4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3A7F1-0F98-47CA-A647-02E877F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Safe textile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7983F-7163-4DDC-ADAB-576BEA0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F2DBF-7002-44D9-9F08-C116099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946143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F4287-F8A2-432C-BF4A-0535F43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1028E-426C-40A3-A8C0-CA214E9A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83516-9680-465C-ADCA-14E523B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47980-C92A-40FA-B12B-D483A942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4146F-0C9F-4F14-B11D-8E3C0057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5A2E1-2573-4C9A-A4AA-55B42CE2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6295C-56CE-45BE-BF9F-682E315D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2010A-4399-48B1-89DA-FFDF7E8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2B682-FADB-4896-B27B-A6974B1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C9923-363D-4181-B71D-EE23C69C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Hazards, risks and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2AA1C-99D2-4BA7-9290-E3FF880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D5676-5C86-4CB9-9812-52BCEA9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B405E-FECA-460B-AEC7-29A225D4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8D869-D259-4C4D-9673-85343FD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Tools have safe routines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AA5B0-1ABB-431D-9BD5-803A1EEB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1CD59-46D2-4D83-9529-CBEF46EF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17E0E-349A-4470-A071-A7264F65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5C9BC-23E5-41E6-B995-67059360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Stop and ask when unsure</a:t>
            </a:r>
          </a:p>
        </p:txBody>
      </p:sp>
    </p:spTree>
    <p:extLst>
      <p:ext uri="{BB962C8B-B14F-4D97-AF65-F5344CB8AC3E}">
        <p14:creationId xmlns:p14="http://schemas.microsoft.com/office/powerpoint/2010/main" val="1029567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0B2FD-44B8-4ED6-A006-63BC32E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1705B-8D76-4CE9-8832-BA92C92D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67BDE-ABA3-4310-91EE-851ADE12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Hazards, risks and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C823B-C201-4FEC-881C-6D2BD60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CEE16-7D0E-461C-851F-4DFAF0C8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75006-9A3C-40FE-89FF-952134F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85a5cbe264172"/>
          <a:srcRect xmlns:a="http://schemas.openxmlformats.org/drawingml/2006/main" l="7265" t="0" r="7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A82B2-E947-448E-8815-2777F4F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3B468-4376-4112-AD36-9CEA1F9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F236C-E5C3-4073-95D2-4A7BD4E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21B68-4E65-44BA-9600-1F1E43A0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2060301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A32F5-0E04-4440-8C30-5FAE160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7EB2D-F4DB-40DC-8E2C-DB8C872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831CA-681C-4FD8-A343-6983E6AA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Tools have safe routines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46B7-1C59-404C-8C36-A9A3EBE4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4F05F-1694-4727-873A-4BCF973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A084F-8564-4B80-810B-507E51E7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90c93ba124d08"/>
          <a:srcRect xmlns:a="http://schemas.openxmlformats.org/drawingml/2006/main" l="4847" t="0" r="48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36584-D317-4270-A791-D5C1D9F0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1EA2D-127E-4D5F-8AE2-0EA03553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0FA8D-E75C-4E8C-9C14-9A6B7568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86191-7FAD-4330-9611-F92E2268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803043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E868E-FD95-4FDB-BE68-1D028E8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3F076-5C9C-43D0-95E2-CFCC93B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A95B8-AEE2-4367-9A38-A5F504D5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Stop and ask when unsure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5BB85-3703-43D1-9A37-3F7AABB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9BB4D-E545-4800-9040-B56910F1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E8B0D-5AE4-4988-949E-3D76614E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2555baf694488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F3A52-8CAB-4172-9B3B-9539BD5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AF421-19BA-4248-AE8E-FDB0982B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DBB48-6F4A-4875-961D-D4DC10B3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D7117-FCDF-4D11-9032-BCB734A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019247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1234A-CD12-4203-856C-D77BE3A8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66672-5631-4117-AEB3-421DF302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C6049-E1D8-4F12-9770-71123B39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E236F-3F1E-4D98-8B35-A731B63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74BF3-0849-4FDD-B076-A13139AB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3B2EC-9C07-4ABB-9E54-AD63058D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F6833-1C03-44B9-8EA6-AC945D04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6ACBB-4564-4F92-BF9A-209444B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“Tools have safe routines”?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B6059-080D-454D-BDA5-A06B875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5A8E9-2911-47C3-830B-D962E6CB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FC7CF-2D3F-46BC-9D5F-7C2C2B2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7DDB-2192-4B72-99FD-BD69AA35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678FE-0A2F-4B2C-91E4-0D19CE2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CF019-5870-4B5D-A662-BDC9B4D9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854911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57445-EB4E-4553-932C-293BF3C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C505F-2E76-4AF7-94C6-15F7B83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F8EF4-22B7-43A1-91FF-A145B77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5E4DD-FA4D-4FD1-AC3A-5A659BB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D970-EE9C-4151-BA0C-1016F585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50A72-DCDD-488F-AF4C-A7A8AE4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B801E-3740-4512-BEFA-47D6600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C156B-8DE4-4DB7-A987-4D3D6CD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A3601-3594-4C7C-A606-4E44E46D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40BB4-09B3-493D-9865-E0D6567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B069E-9123-4160-B188-BCCAC23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C76A0-0282-4092-AA4E-39A54D88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BAFD6-99EF-4DFD-B194-15D91D9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5C58B-2B66-4FDF-A0B0-38AA97B6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C40B2-0898-4FF5-BBFD-CC27A8F1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6A470-7746-4E7D-A119-8F22B5D6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9D950-5F5C-4E76-BEFC-C3243AA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F2A24-15F8-46B2-8264-C7907256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16AFB-7F11-40AA-8E03-F74C7E99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587EC-7873-4B94-AA1C-DA3D59E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C451F-7788-4D4F-BF42-75685C7C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B6895-D43C-496C-B349-17115AC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1722791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79C76-6E6F-440A-9D4A-A73E658D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687DA-749C-4818-ABBB-B3AC6BF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D5882-EF23-4AD4-A803-D441C479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B38B4-8490-43BA-92F1-14B96C5C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E732B-5A13-4029-95AD-95BDB4D2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22F6-4149-47EB-AB2B-E1A4AAE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4BB7C-8942-4BB9-B0CE-EC26AAF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1A0D0-E35C-4C16-B36B-27978C8D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2A73E-ABCE-4130-BEFC-B001D6D7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1E405-CCC9-4A4C-94AA-7C6A47C9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BD4B8-E2AC-456E-B54B-3F345512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2DBF7-2EFC-49FB-B2B5-CD4AD47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A7F52-8EF8-4C8B-8053-9EDF2597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2098344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2026-08-11T03:16:13.1290000Z</dcterms:created>
  <dcterms:modified xsi:type="dcterms:W3CDTF">2026-08-11T03:16:13.1290000Z</dcterms:modified>
</coreProperties>
</file>