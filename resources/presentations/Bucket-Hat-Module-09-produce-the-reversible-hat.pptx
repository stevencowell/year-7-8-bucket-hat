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387fbc7d9f41fc" /><Relationship Type="http://schemas.openxmlformats.org/officeDocument/2006/relationships/extended-properties" Target="/docProps/app.xml" Id="R76d64c82e0ea488c" /><Relationship Type="http://schemas.openxmlformats.org/officeDocument/2006/relationships/officeDocument" Target="/ppt/presentation.xml" Id="R8b62119daa0d42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471a2e44284d57"/>
  </p:sldMasterIdLst>
  <p:notesMasterIdLst>
    <p:notesMasterId xmlns:r="http://schemas.openxmlformats.org/officeDocument/2006/relationships" r:id="R6c854df5f93c4f22"/>
  </p:notesMasterIdLst>
  <p:sldIdLst>
    <p:sldId xmlns:r="http://schemas.openxmlformats.org/officeDocument/2006/relationships" id="256" r:id="R55fe4617b7a44f38"/>
    <p:sldId xmlns:r="http://schemas.openxmlformats.org/officeDocument/2006/relationships" id="257" r:id="R9ef0953d65274a3e"/>
    <p:sldId xmlns:r="http://schemas.openxmlformats.org/officeDocument/2006/relationships" id="258" r:id="Re3080bcc98e54547"/>
    <p:sldId xmlns:r="http://schemas.openxmlformats.org/officeDocument/2006/relationships" id="259" r:id="Rd88ecb66110a4f1a"/>
    <p:sldId xmlns:r="http://schemas.openxmlformats.org/officeDocument/2006/relationships" id="260" r:id="R4a20a4ff5fe04842"/>
    <p:sldId xmlns:r="http://schemas.openxmlformats.org/officeDocument/2006/relationships" id="261" r:id="R8e4750eeca2c4022"/>
    <p:sldId xmlns:r="http://schemas.openxmlformats.org/officeDocument/2006/relationships" id="262" r:id="R2fb1f97ece704db1"/>
    <p:sldId xmlns:r="http://schemas.openxmlformats.org/officeDocument/2006/relationships" id="263" r:id="R112adbe16b6c4a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410ef2df084b91" /><Relationship Type="http://schemas.openxmlformats.org/officeDocument/2006/relationships/slideMaster" Target="/ppt/slideMasters/slideMaster1.xml" Id="R43471a2e44284d57" /><Relationship Type="http://schemas.openxmlformats.org/officeDocument/2006/relationships/notesMaster" Target="/ppt/notesMasters/notesMaster1.xml" Id="R6c854df5f93c4f22" /><Relationship Type="http://schemas.openxmlformats.org/officeDocument/2006/relationships/presProps" Target="/ppt/presProps.xml" Id="R4d9646615b5b4b72" /><Relationship Type="http://schemas.openxmlformats.org/officeDocument/2006/relationships/tableStyles" Target="/ppt/tableStyles.xml" Id="R91d492d386b4466c" /><Relationship Type="http://schemas.openxmlformats.org/officeDocument/2006/relationships/slide" Target="/ppt/slides/slide1.xml" Id="R55fe4617b7a44f38" /><Relationship Type="http://schemas.openxmlformats.org/officeDocument/2006/relationships/slide" Target="/ppt/slides/slide2.xml" Id="R9ef0953d65274a3e" /><Relationship Type="http://schemas.openxmlformats.org/officeDocument/2006/relationships/slide" Target="/ppt/slides/slide3.xml" Id="Re3080bcc98e54547" /><Relationship Type="http://schemas.openxmlformats.org/officeDocument/2006/relationships/slide" Target="/ppt/slides/slide4.xml" Id="Rd88ecb66110a4f1a" /><Relationship Type="http://schemas.openxmlformats.org/officeDocument/2006/relationships/slide" Target="/ppt/slides/slide5.xml" Id="R4a20a4ff5fe04842" /><Relationship Type="http://schemas.openxmlformats.org/officeDocument/2006/relationships/slide" Target="/ppt/slides/slide6.xml" Id="R8e4750eeca2c4022" /><Relationship Type="http://schemas.openxmlformats.org/officeDocument/2006/relationships/slide" Target="/ppt/slides/slide7.xml" Id="R2fb1f97ece704db1" /><Relationship Type="http://schemas.openxmlformats.org/officeDocument/2006/relationships/slide" Target="/ppt/slides/slide8.xml" Id="R112adbe16b6c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c0762e5c8f4b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22aa6990324808" /><Relationship Type="http://schemas.openxmlformats.org/officeDocument/2006/relationships/notesMaster" Target="/ppt/notesMasters/notesMaster1.xml" Id="R51932f79b7bd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20cebfa38d45c5" /><Relationship Type="http://schemas.openxmlformats.org/officeDocument/2006/relationships/notesMaster" Target="/ppt/notesMasters/notesMaster1.xml" Id="R228b5f16e19c44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5c9470d8af4a05" /><Relationship Type="http://schemas.openxmlformats.org/officeDocument/2006/relationships/notesMaster" Target="/ppt/notesMasters/notesMaster1.xml" Id="R534e52d7eda145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bd4b936b024ad5" /><Relationship Type="http://schemas.openxmlformats.org/officeDocument/2006/relationships/notesMaster" Target="/ppt/notesMasters/notesMaster1.xml" Id="R98cdebf4e5ea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990375644d45c9" /><Relationship Type="http://schemas.openxmlformats.org/officeDocument/2006/relationships/notesMaster" Target="/ppt/notesMasters/notesMaster1.xml" Id="Refa81b54905b4e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e64d2562ca4830" /><Relationship Type="http://schemas.openxmlformats.org/officeDocument/2006/relationships/notesMaster" Target="/ppt/notesMasters/notesMaster1.xml" Id="R570378084b9145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5bcb18747440b1" /><Relationship Type="http://schemas.openxmlformats.org/officeDocument/2006/relationships/notesMaster" Target="/ppt/notesMasters/notesMaster1.xml" Id="R9dc34477dc8540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8fecb07134b42" /><Relationship Type="http://schemas.openxmlformats.org/officeDocument/2006/relationships/notesMaster" Target="/ppt/notesMasters/notesMaster1.xml" Id="R1c0a7bc046a14e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lesson and ask students to predict how this topic will influence their own reversible 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map aloud. Students choose the idea they already understand best and the one they need to watch closely.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Sequence controls quality.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Curves need controlled handling.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Teach: Progress checks catch errors early. Prompt students to move from observation to design consequence. The image is a discussion source, not decoration.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independently, then compare justification with a partner. Accept different decisions when evidence is relevant and specific.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an analogous response without answering the live question. Ask students to underline the factual support and circle the connection.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two statements as a quick readiness check. Direct students back to the precise theory section if their answer is vague.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Bucket Hat for a Cause teacher program and 2026 class outline, Google Classroom/Drive, accessed 11 August 2026.</a:t>
            </a:r>
          </a:p>
          <a:p xmlns:a="http://schemas.openxmlformats.org/drawingml/2006/main">
            <a:r>
              <a:t>- Authorised Bucket Hat Teacher Edition images, Google Drive, accessed 11 August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508e0a58484d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a64b5a26fd470e" /><Relationship Type="http://schemas.openxmlformats.org/officeDocument/2006/relationships/slideLayout" Target="/ppt/slideLayouts/slideLayout1.xml" Id="Rdf502d28ceb1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02d28ceb1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6952305a4fda" /><Relationship Type="http://schemas.openxmlformats.org/officeDocument/2006/relationships/image" Target="/ppt/media/image.png" Id="R8061106e97af4a07" /><Relationship Type="http://schemas.openxmlformats.org/officeDocument/2006/relationships/notesSlide" Target="/ppt/notesSlides/notesSlide1.xml" Id="R146d6c074e6446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b32ebe8904c6f" /><Relationship Type="http://schemas.openxmlformats.org/officeDocument/2006/relationships/notesSlide" Target="/ppt/notesSlides/notesSlide2.xml" Id="R013a77a51353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b4cab70bb4860" /><Relationship Type="http://schemas.openxmlformats.org/officeDocument/2006/relationships/image" Target="/ppt/media/image2.png" Id="Rf0be500126d74bee" /><Relationship Type="http://schemas.openxmlformats.org/officeDocument/2006/relationships/notesSlide" Target="/ppt/notesSlides/notesSlide3.xml" Id="Ra5a10b0c9c1047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f5b98d3f045d2" /><Relationship Type="http://schemas.openxmlformats.org/officeDocument/2006/relationships/image" Target="/ppt/media/image.jpeg" Id="R6c6aadb6250641bf" /><Relationship Type="http://schemas.openxmlformats.org/officeDocument/2006/relationships/notesSlide" Target="/ppt/notesSlides/notesSlide4.xml" Id="R100a0ad5a97345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28e0189834794" /><Relationship Type="http://schemas.openxmlformats.org/officeDocument/2006/relationships/image" Target="/ppt/media/image2.jpeg" Id="R5f6cd995641a4d63" /><Relationship Type="http://schemas.openxmlformats.org/officeDocument/2006/relationships/notesSlide" Target="/ppt/notesSlides/notesSlide5.xml" Id="R2afa957ea0424b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3575dda53404a" /><Relationship Type="http://schemas.openxmlformats.org/officeDocument/2006/relationships/notesSlide" Target="/ppt/notesSlides/notesSlide6.xml" Id="R798de7e0897644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953853d574a82" /><Relationship Type="http://schemas.openxmlformats.org/officeDocument/2006/relationships/notesSlide" Target="/ppt/notesSlides/notesSlide7.xml" Id="Rb2c12a8a75ad42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08724965a4e14" /><Relationship Type="http://schemas.openxmlformats.org/officeDocument/2006/relationships/notesSlide" Target="/ppt/notesSlides/notesSlide8.xml" Id="Re57b9c448236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522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046C1-D3C1-472B-B926-7A6651C5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1106e97af4a07"/>
          <a:srcRect xmlns:a="http://schemas.openxmlformats.org/drawingml/2006/main" l="24487" t="0" r="244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oundRect">
            <a:avLst>
              <a:gd name="adj" fmla="val 2308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A18092-3150-40E8-8C06-80681466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19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>
              <a:alpha val="9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A9892-2905-477A-9E4B-06D54A33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0BD57"/>
                </a:solidFill>
              </a:defRPr>
            </a:pPr>
            <a:r>
              <a:rPr sz="1125" b="1">
                <a:solidFill>
                  <a:srgbClr val="F0BD57"/>
                </a:solidFill>
              </a:rPr>
              <a:t>MODULE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54781-7D65-47EA-8941-BECD0A3D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Produce the reversible hat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B08A0-086B-4481-B9E0-7610A066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DCF7"/>
                </a:solidFill>
              </a:defRPr>
            </a:pPr>
            <a:r>
              <a:rPr sz="1875" b="1">
                <a:solidFill>
                  <a:srgbClr val="E9DCF7"/>
                </a:solidFill>
              </a:rPr>
              <a:t>Bucket Hat for a Cause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FA1BF-A045-4545-97D6-AB109962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FFFFF"/>
                </a:solidFill>
              </a:defRPr>
            </a:pPr>
            <a:r>
              <a:rPr sz="1425">
                <a:solidFill>
                  <a:srgbClr val="FFFFFF"/>
                </a:solidFill>
              </a:rPr>
              <a:t>Year 7/8 Technology Mandatory • Textiles</a:t>
            </a:r>
          </a:p>
        </p:txBody>
      </p:sp>
    </p:spTree>
    <p:extLst>
      <p:ext uri="{BB962C8B-B14F-4D97-AF65-F5344CB8AC3E}">
        <p14:creationId xmlns:p14="http://schemas.microsoft.com/office/powerpoint/2010/main" val="20281860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9B5FF-A05E-4F26-B303-B264A6E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4C119-68E7-438C-AF24-56F1611F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93ADC-BA22-4C65-B5D3-632B677D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Three ideas to take into the workshop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A5A5B-904D-4D11-B68F-8B19E12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B5AB2-8A55-40E0-9126-93C484DD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5C49D-8023-4BBA-8ACC-68638F741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AEEC6-F5B1-42C8-BECF-CA4298E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B6071-9033-4C44-BDF5-9ACD73C7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EDFD4-F8BE-44B9-89AC-F667F2B0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431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EF95C-BEC5-438F-ABC6-14388C57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Sequence controls quality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E695F-059E-4528-BFE9-4CE702E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16065-2319-4A40-90AB-3973E7F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051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6F582-D800-403D-9828-42BA5FFA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61CAF-14A7-4DB0-A462-1B582DC0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Curves need controlled handling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3A149-6EFD-4461-A5CB-46687397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382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6EE3B-F073-41B3-B326-A350284F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523875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D1656-711F-49BF-98C5-2BF592A6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21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918F7-F242-4ED9-B671-79D8B6BE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529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Progress checks catch errors early</a:t>
            </a:r>
          </a:p>
        </p:txBody>
      </p:sp>
    </p:spTree>
    <p:extLst>
      <p:ext uri="{BB962C8B-B14F-4D97-AF65-F5344CB8AC3E}">
        <p14:creationId xmlns:p14="http://schemas.microsoft.com/office/powerpoint/2010/main" val="1529491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745B2-887F-4675-B9D4-A1838A46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4F44B-7ACA-4754-B1C9-3442466A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8B582-BBE1-4DD0-9640-5D6F0B6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Sequence controls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BAF21-5438-4A4F-8824-0F0B59D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F66EF-B84F-4A6A-97D6-E7119758B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1C417-3F39-4A71-808D-663CACD9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e500126d74bee"/>
          <a:srcRect xmlns:a="http://schemas.openxmlformats.org/drawingml/2006/main" l="4711" t="0" r="47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A5621-F074-4E62-B1D8-D82845C9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7F977-CEF5-40BA-8BB9-2E845ACB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NOTICE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can you observe?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1FC91-5AA3-4E36-B027-64BFD84F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ED613-E1D2-43EE-83B8-6C1FE67F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1147399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7048B-16B4-48A1-9D8A-36625B4A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74CA0-8DFD-4CCD-9E58-E0FE3120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47D09-FA6C-4D8A-BC0F-5FA8BC9C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Curves need controlled handling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8E4B-B7BF-488D-9AFF-A32C929B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8BCA3-267C-4BC0-AC6D-95470B5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BAE5C-8CC1-479F-B89D-E437A729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aadb6250641bf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5FA1A-DADC-46C5-85BC-6F73E80A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F3C23-A7E7-4A63-9830-7798286E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CONNECT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How does it affect function, appearance or responsibility?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A01E3-F867-41D3-AC37-992D27FAE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FBDA04-DE16-4922-A246-9C6B642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704866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EA5934-0EB3-4DD0-BE82-57F8057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10BC9-0FC9-475C-A5B4-47843BC2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B0E9F-DB9E-4807-B4ED-C3F61030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Progress checks catch errors early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60EC6-9E9E-4C63-A0E0-2AE1E29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11E4-A219-4B5E-915C-8C3A8250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9D2DC-CFF6-40B8-9BB6-ACD70A9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6cd995641a4d63"/>
          <a:srcRect xmlns:a="http://schemas.openxmlformats.org/drawingml/2006/main" l="1923" t="0" r="1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666875"/>
            <a:ext cx="47625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46A15-F80B-45A3-B7F7-476B97D8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429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A88E7-2E03-4E8A-8092-A70392C9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DECIDE</a:t>
            </a:r>
          </a:p>
          <a:p xmlns:a="http://schemas.openxmlformats.org/drawingml/2006/main">
            <a:pPr>
              <a:defRPr sz="2025" b="1">
                <a:solidFill>
                  <a:srgbClr val="35225D"/>
                </a:solidFill>
              </a:defRPr>
            </a:pPr>
            <a:r>
              <a:rPr sz="2025" b="1">
                <a:solidFill>
                  <a:srgbClr val="35225D"/>
                </a:solidFill>
              </a:rPr>
              <a:t>What will you do in your own project?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515AF-F09A-43D7-A984-39BA4BEA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54292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1A4C2-FFDB-40C2-A6A1-C3998A56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9223A"/>
                </a:solidFill>
              </a:defRPr>
            </a:pPr>
            <a:r>
              <a:rPr sz="1575" b="1">
                <a:solidFill>
                  <a:srgbClr val="29223A"/>
                </a:solidFill>
              </a:rPr>
              <a:t>Write one evidence-backed sentence before moving on.</a:t>
            </a:r>
          </a:p>
        </p:txBody>
      </p:sp>
    </p:spTree>
    <p:extLst>
      <p:ext uri="{BB962C8B-B14F-4D97-AF65-F5344CB8AC3E}">
        <p14:creationId xmlns:p14="http://schemas.microsoft.com/office/powerpoint/2010/main" val="1987453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B7369-34E3-4BAA-BF6B-F1757E3A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B55A7-61D7-4428-B899-F53602A5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LEARNING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C10B1-48F5-4141-9733-1F894C30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Can you apply the idea?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C57D9-1FD5-421E-AFEE-692D95EB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4E5C28-0EF1-4879-B7CB-CFEBF3A0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5B1A89-624E-4709-8C26-4A3F1E65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2A2E3-E33F-4E2A-BB91-ECB26433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47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6E128-B5F3-4652-ADED-52F7DEF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60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Which design decision would best demonstrate: “Curves need controlled handling”?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6FEAA-5FAE-4730-BF63-EC65AFED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7633B-DB1B-4D41-BC75-B54FCC9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Choose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B5422-050E-4365-A278-BE5B497A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B698A-C60A-469C-9233-AB0B3F0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Justify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35BFF-437D-479F-9F28-AD800DD4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381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D9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0D22F-9B84-49A8-8F61-4E35BCB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Check evidence</a:t>
            </a:r>
          </a:p>
        </p:txBody>
      </p:sp>
    </p:spTree>
    <p:extLst>
      <p:ext uri="{BB962C8B-B14F-4D97-AF65-F5344CB8AC3E}">
        <p14:creationId xmlns:p14="http://schemas.microsoft.com/office/powerpoint/2010/main" val="19440114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34071-78D6-4CB3-965C-4979BD5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EEF4E-DD4D-4480-B8FF-CE53BD23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WRITTEN RESPONSE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DB3A2-7682-48FB-AF58-64479A0D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Use RSEC to build a strong paragraph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35195-5B79-401B-B10D-011207D7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4C538-A538-4439-8015-DCFFC2E3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D6CBE-9DA0-4CF3-8724-79370B5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8E30-23AA-4B62-8EEB-2049195E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526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6E6E9-688B-411A-8399-6A8BCD76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E4C6B-0831-4286-A8EE-2DED156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192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Respond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ECA6E-EE28-42FA-A989-A70B98B5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28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Answer the question directly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F0A35-E6A1-4701-BF89-FD2AEF4C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9E40-574E-406E-83C5-50B2F2A0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28ECA-46EE-482D-AA61-1C5BF201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7C8E30-5EDF-4C02-9663-52CF0B8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Name a taught fact or observation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B8754-805B-4131-9C53-04D1D54A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7199E-8C75-4745-B2DC-A4777FEE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618787-3BDB-4D7F-9653-71D14C3A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099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Explain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72CC9-B937-46C3-9427-67D0FB7F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Show how it affects the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1BBAF-07B0-4B0C-A82C-1B7A30D3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5524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3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00C6F1-21AA-4600-9721-63B9F37A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247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7D56F-ADD7-49B2-842B-FA469F4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053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5225D"/>
                </a:solidFill>
              </a:defRPr>
            </a:pPr>
            <a:r>
              <a:rPr sz="1725" b="1">
                <a:solidFill>
                  <a:srgbClr val="35225D"/>
                </a:solidFill>
              </a:rPr>
              <a:t>Connect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4352A6-B859-4A01-AEC4-483D0D13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1485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9223A"/>
                </a:solidFill>
              </a:defRPr>
            </a:pPr>
            <a:r>
              <a:rPr sz="1575">
                <a:solidFill>
                  <a:srgbClr val="29223A"/>
                </a:solidFill>
              </a:rPr>
              <a:t>Link back to purpose or criteria</a:t>
            </a:r>
          </a:p>
        </p:txBody>
      </p:sp>
    </p:spTree>
    <p:extLst>
      <p:ext uri="{BB962C8B-B14F-4D97-AF65-F5344CB8AC3E}">
        <p14:creationId xmlns:p14="http://schemas.microsoft.com/office/powerpoint/2010/main" val="494464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9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E4FBC-EA80-45F6-93A5-DC8D1660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99E97-8C4B-40E3-9066-1B245190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63F72"/>
                </a:solidFill>
              </a:defRPr>
            </a:pPr>
            <a:r>
              <a:rPr sz="975" b="1">
                <a:solidFill>
                  <a:srgbClr val="B63F72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D9144-2246-48CB-9BC6-56E44978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5225D"/>
                </a:solidFill>
              </a:defRPr>
            </a:pPr>
            <a:r>
              <a:rPr sz="2850" b="1">
                <a:solidFill>
                  <a:srgbClr val="35225D"/>
                </a:solidFill>
              </a:rPr>
              <a:t>Leave with a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260B8-FC78-4B62-B277-8015095B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6750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22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A53B3-65DF-4050-8F23-51226A19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BUCKET HAT FOR A CAUSE  •  MODULE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FE001-C6D4-4821-A25E-9ADB8D0E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45D70"/>
                </a:solidFill>
              </a:defRPr>
            </a:pPr>
            <a:r>
              <a:rPr sz="900" b="1">
                <a:solidFill>
                  <a:srgbClr val="645D70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8F597-4F3F-4B95-8271-FF376C6A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477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6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29F70-F09C-474E-B7D9-707EDEA1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669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F1AEC-13B3-4606-B411-13FB7AE4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24100"/>
            <a:ext cx="809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new idea I can explain…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78FD1-497E-49C5-AFE9-AD89AC5E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63F72"/>
                </a:solidFill>
              </a:defRPr>
            </a:pPr>
            <a:r>
              <a:rPr sz="3300" b="1">
                <a:solidFill>
                  <a:srgbClr val="B63F72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F8D5CA-7C87-417D-9916-C30AAAC1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29565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35225D"/>
                </a:solidFill>
              </a:defRPr>
            </a:pPr>
            <a:r>
              <a:rPr sz="2250" b="1">
                <a:solidFill>
                  <a:srgbClr val="35225D"/>
                </a:solidFill>
              </a:rPr>
              <a:t>One action I will take in my folio or practical work…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FF454-C73F-4FCF-91F2-60AAC15D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95875"/>
            <a:ext cx="53340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D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050CD-3900-4667-BF69-FBE6AB0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191125"/>
            <a:ext cx="502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5225D"/>
                </a:solidFill>
              </a:defRPr>
            </a:pPr>
            <a:r>
              <a:rPr sz="1350" b="1">
                <a:solidFill>
                  <a:srgbClr val="35225D"/>
                </a:solidFill>
              </a:rPr>
              <a:t>Save your evidence before you leave</a:t>
            </a:r>
          </a:p>
        </p:txBody>
      </p:sp>
    </p:spTree>
    <p:extLst>
      <p:ext uri="{BB962C8B-B14F-4D97-AF65-F5344CB8AC3E}">
        <p14:creationId xmlns:p14="http://schemas.microsoft.com/office/powerpoint/2010/main" val="24724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2026-08-11T03:16:17.9510000Z</dcterms:created>
  <dcterms:modified xsi:type="dcterms:W3CDTF">2026-08-11T03:16:17.9510000Z</dcterms:modified>
</coreProperties>
</file>