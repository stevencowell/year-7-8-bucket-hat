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6d1c3419124812" /><Relationship Type="http://schemas.openxmlformats.org/officeDocument/2006/relationships/extended-properties" Target="/docProps/app.xml" Id="R625e46b1f48c4cfb" /><Relationship Type="http://schemas.openxmlformats.org/officeDocument/2006/relationships/officeDocument" Target="/ppt/presentation.xml" Id="R61be9a3fec214e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e211fc11704d12"/>
  </p:sldMasterIdLst>
  <p:notesMasterIdLst>
    <p:notesMasterId xmlns:r="http://schemas.openxmlformats.org/officeDocument/2006/relationships" r:id="R2433308f3b4e4f4b"/>
  </p:notesMasterIdLst>
  <p:sldIdLst>
    <p:sldId xmlns:r="http://schemas.openxmlformats.org/officeDocument/2006/relationships" id="256" r:id="R695f1e05afee4105"/>
    <p:sldId xmlns:r="http://schemas.openxmlformats.org/officeDocument/2006/relationships" id="257" r:id="R6a465510023c4b78"/>
    <p:sldId xmlns:r="http://schemas.openxmlformats.org/officeDocument/2006/relationships" id="258" r:id="Rc8f91c2a1dfb4e0b"/>
    <p:sldId xmlns:r="http://schemas.openxmlformats.org/officeDocument/2006/relationships" id="259" r:id="Rbb865b51961d40f4"/>
    <p:sldId xmlns:r="http://schemas.openxmlformats.org/officeDocument/2006/relationships" id="260" r:id="R415b704232454dd9"/>
    <p:sldId xmlns:r="http://schemas.openxmlformats.org/officeDocument/2006/relationships" id="261" r:id="Ra71a8e62b65b441a"/>
    <p:sldId xmlns:r="http://schemas.openxmlformats.org/officeDocument/2006/relationships" id="262" r:id="R2d583af357f24b9f"/>
    <p:sldId xmlns:r="http://schemas.openxmlformats.org/officeDocument/2006/relationships" id="263" r:id="R9b3a0568d2ad43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350a0aabc44f00" /><Relationship Type="http://schemas.openxmlformats.org/officeDocument/2006/relationships/slideMaster" Target="/ppt/slideMasters/slideMaster1.xml" Id="R45e211fc11704d12" /><Relationship Type="http://schemas.openxmlformats.org/officeDocument/2006/relationships/notesMaster" Target="/ppt/notesMasters/notesMaster1.xml" Id="R2433308f3b4e4f4b" /><Relationship Type="http://schemas.openxmlformats.org/officeDocument/2006/relationships/presProps" Target="/ppt/presProps.xml" Id="Rd3cab9a9f2864332" /><Relationship Type="http://schemas.openxmlformats.org/officeDocument/2006/relationships/tableStyles" Target="/ppt/tableStyles.xml" Id="R2970d3e46d2a4c23" /><Relationship Type="http://schemas.openxmlformats.org/officeDocument/2006/relationships/slide" Target="/ppt/slides/slide1.xml" Id="R695f1e05afee4105" /><Relationship Type="http://schemas.openxmlformats.org/officeDocument/2006/relationships/slide" Target="/ppt/slides/slide2.xml" Id="R6a465510023c4b78" /><Relationship Type="http://schemas.openxmlformats.org/officeDocument/2006/relationships/slide" Target="/ppt/slides/slide3.xml" Id="Rc8f91c2a1dfb4e0b" /><Relationship Type="http://schemas.openxmlformats.org/officeDocument/2006/relationships/slide" Target="/ppt/slides/slide4.xml" Id="Rbb865b51961d40f4" /><Relationship Type="http://schemas.openxmlformats.org/officeDocument/2006/relationships/slide" Target="/ppt/slides/slide5.xml" Id="R415b704232454dd9" /><Relationship Type="http://schemas.openxmlformats.org/officeDocument/2006/relationships/slide" Target="/ppt/slides/slide6.xml" Id="Ra71a8e62b65b441a" /><Relationship Type="http://schemas.openxmlformats.org/officeDocument/2006/relationships/slide" Target="/ppt/slides/slide7.xml" Id="R2d583af357f24b9f" /><Relationship Type="http://schemas.openxmlformats.org/officeDocument/2006/relationships/slide" Target="/ppt/slides/slide8.xml" Id="R9b3a0568d2ad43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316eb9848b4e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f9bd3f73a94eee" /><Relationship Type="http://schemas.openxmlformats.org/officeDocument/2006/relationships/notesMaster" Target="/ppt/notesMasters/notesMaster1.xml" Id="Rf263a85f63364d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a90fa4a49848c0" /><Relationship Type="http://schemas.openxmlformats.org/officeDocument/2006/relationships/notesMaster" Target="/ppt/notesMasters/notesMaster1.xml" Id="R2e338736f5c344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f188eee85b4359" /><Relationship Type="http://schemas.openxmlformats.org/officeDocument/2006/relationships/notesMaster" Target="/ppt/notesMasters/notesMaster1.xml" Id="Re5f36e1b9b164f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d33e32285544c6" /><Relationship Type="http://schemas.openxmlformats.org/officeDocument/2006/relationships/notesMaster" Target="/ppt/notesMasters/notesMaster1.xml" Id="R165c0fdbbf2943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b0684572e549f2" /><Relationship Type="http://schemas.openxmlformats.org/officeDocument/2006/relationships/notesMaster" Target="/ppt/notesMasters/notesMaster1.xml" Id="R246e3cda67784c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def0f576c24cb7" /><Relationship Type="http://schemas.openxmlformats.org/officeDocument/2006/relationships/notesMaster" Target="/ppt/notesMasters/notesMaster1.xml" Id="Rd1c302693a8c4a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591e8b04dd45d6" /><Relationship Type="http://schemas.openxmlformats.org/officeDocument/2006/relationships/notesMaster" Target="/ppt/notesMasters/notesMaster1.xml" Id="R11701f6c03e243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ba8dc96e334a0b" /><Relationship Type="http://schemas.openxmlformats.org/officeDocument/2006/relationships/notesMaster" Target="/ppt/notesMasters/notesMaster1.xml" Id="Rbf762b2ab7314e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lesson and ask students to predict how this topic will influence their own reversible 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map aloud. Students choose the idea they already understand best and the one they need to watch closely.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Evidence makes evaluation credible.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Testing links back to criteria.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A designer statement explains impact.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independently, then compare justification with a partner. Accept different decisions when evidence is relevant and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 analogous response without answering the live question. Ask students to underline the factual support and circle the connection.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two statements as a quick readiness check. Direct students back to the precise theory section if their answer is vague.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3bda3e5da42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121563d3ab4ffa" /><Relationship Type="http://schemas.openxmlformats.org/officeDocument/2006/relationships/slideLayout" Target="/ppt/slideLayouts/slideLayout1.xml" Id="R4ccb0d3e93dc43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cb0d3e93dc43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a6145926d4839" /><Relationship Type="http://schemas.openxmlformats.org/officeDocument/2006/relationships/image" Target="/ppt/media/image.png" Id="R2ca118b9cd114a42" /><Relationship Type="http://schemas.openxmlformats.org/officeDocument/2006/relationships/notesSlide" Target="/ppt/notesSlides/notesSlide1.xml" Id="R258c0ed5636d43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05c9674184d79" /><Relationship Type="http://schemas.openxmlformats.org/officeDocument/2006/relationships/notesSlide" Target="/ppt/notesSlides/notesSlide2.xml" Id="R481c9bf1a58742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6c8fad4cb4e87" /><Relationship Type="http://schemas.openxmlformats.org/officeDocument/2006/relationships/image" Target="/ppt/media/image2.png" Id="R7559e73e579a4f64" /><Relationship Type="http://schemas.openxmlformats.org/officeDocument/2006/relationships/notesSlide" Target="/ppt/notesSlides/notesSlide3.xml" Id="Rd9e6258d36b94c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c9f7106354c23" /><Relationship Type="http://schemas.openxmlformats.org/officeDocument/2006/relationships/image" Target="/ppt/media/image.jpeg" Id="Re453258b86eb47e3" /><Relationship Type="http://schemas.openxmlformats.org/officeDocument/2006/relationships/notesSlide" Target="/ppt/notesSlides/notesSlide4.xml" Id="Raf85888b6d304b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87cbaaae84ccd" /><Relationship Type="http://schemas.openxmlformats.org/officeDocument/2006/relationships/image" Target="/ppt/media/image3.png" Id="R017618353d9c4ff6" /><Relationship Type="http://schemas.openxmlformats.org/officeDocument/2006/relationships/notesSlide" Target="/ppt/notesSlides/notesSlide5.xml" Id="Rf99f77d1318e4b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611eec97344ad" /><Relationship Type="http://schemas.openxmlformats.org/officeDocument/2006/relationships/notesSlide" Target="/ppt/notesSlides/notesSlide6.xml" Id="R88395914cad343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2e5884ece46a5" /><Relationship Type="http://schemas.openxmlformats.org/officeDocument/2006/relationships/notesSlide" Target="/ppt/notesSlides/notesSlide7.xml" Id="Re46520b2958d46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2b78485194702" /><Relationship Type="http://schemas.openxmlformats.org/officeDocument/2006/relationships/notesSlide" Target="/ppt/notesSlides/notesSlide8.xml" Id="Rbecbeed47e3943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22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73AAD-131E-4B01-8670-C697CAE5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118b9cd114a42"/>
          <a:srcRect xmlns:a="http://schemas.openxmlformats.org/drawingml/2006/main" l="24504" t="0" r="245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5FDCC-6B18-4B1A-B1F2-E7BF8512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>
              <a:alpha val="9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92612-DF42-409F-95BB-16544150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BD57"/>
                </a:solidFill>
              </a:defRPr>
            </a:pPr>
            <a:r>
              <a:rPr sz="1125" b="1">
                <a:solidFill>
                  <a:srgbClr val="F0BD57"/>
                </a:solidFill>
              </a:rPr>
              <a:t>MODULE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8A512-1962-485A-8388-192AF377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Evaluate and communicate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C6A02-55AC-46FB-A858-673AE31D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DCF7"/>
                </a:solidFill>
              </a:defRPr>
            </a:pPr>
            <a:r>
              <a:rPr sz="1875" b="1">
                <a:solidFill>
                  <a:srgbClr val="E9DCF7"/>
                </a:solidFill>
              </a:rPr>
              <a:t>Bucket Hat for a 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5D676-10D4-4C99-986D-C7D3111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Year 7/8 Technology Mandatory • Textiles</a:t>
            </a:r>
          </a:p>
        </p:txBody>
      </p:sp>
    </p:spTree>
    <p:extLst>
      <p:ext uri="{BB962C8B-B14F-4D97-AF65-F5344CB8AC3E}">
        <p14:creationId xmlns:p14="http://schemas.microsoft.com/office/powerpoint/2010/main" val="279908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23B57-63C9-4445-9671-2FF56BBE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20890-ACC4-42F4-9FE5-8B0A1DE3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5365D-C171-4FD4-A4EE-B74177F2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Three ideas to take into the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EEC9D-22CF-4C21-B747-B42A0AB2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44F5F-3B72-4802-BAB7-D18046E1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D712D-D6C0-4B0D-9E8D-D78CC616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725DF-7A3E-4CB9-B9C0-A486528F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5C7EB-3189-4AEA-88C4-3A9F985E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1FBF2-C3D8-4F9E-982D-A688E5F5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69DF7-AA4E-4DFC-88E5-2DECD0BA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Evidence makes evaluation credible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ABEAC-117F-48F1-9A49-5031C435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29F32-4F13-48F6-83D4-C306025B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861EC-2422-4FE7-9A98-CC5B0A98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DF817-B80A-4AD9-92DF-2972E773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Testing links back to criteria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B0FC8-1489-425B-AD71-C70D65EA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3EFEE-058E-4D78-BB3C-565F930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30E7A-8E68-4A28-8DB3-4E8FCBA2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35DF0-A36F-4BC4-BCCE-FBA1C219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A designer statement explains impact</a:t>
            </a:r>
          </a:p>
        </p:txBody>
      </p:sp>
    </p:spTree>
    <p:extLst>
      <p:ext uri="{BB962C8B-B14F-4D97-AF65-F5344CB8AC3E}">
        <p14:creationId xmlns:p14="http://schemas.microsoft.com/office/powerpoint/2010/main" val="293415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5A519-6DC4-4294-B232-0F91DA7E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14E61-D2F2-4122-B6E9-08803F92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F4B24-1F55-4B22-9743-F50EC2A5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Evidence makes evaluation credible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BC3F4-A37E-4B82-BB3B-2D024218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1EBA7-A6D7-4820-873C-8E2D63B0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1DCF8-D3AF-4B03-A032-D89C8647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9e73e579a4f64"/>
          <a:srcRect xmlns:a="http://schemas.openxmlformats.org/drawingml/2006/main" l="4741" t="0" r="47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CE390-965E-4A01-882C-794DDE52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67C63-0DCA-4134-8DE2-7AA6B335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NOTICE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can you observe?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49A70-049E-4B9C-BFCB-167B1F43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B8065-2CC9-4DE6-9234-D79142E0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749191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209F1-934F-4418-A2A8-B9A0E6D4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30425-C22B-43D5-AA83-3B911B56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D5F2F-DFF2-4C2A-AC0E-4C2ED4FE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Testing links back to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20176-2739-4D6E-98FD-4D98A431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2F1DD-F19F-4535-83AC-D05319C4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0928F-CC93-4998-BA52-C290A3CD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3258b86eb47e3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954A8-B076-4392-9995-25448D0B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DE70A-8B32-4F81-8D8D-34E3E363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CONNECT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How does it affect function, appearance or responsibility?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39ADB-D4B6-471E-94EE-937B1634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56101-ED6D-4E94-8F91-F79F8A53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952963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5864C-7FD1-419F-8C22-E3F24702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3E4AB-ECFA-491E-AB83-792675A6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30A6F-5DB8-45B4-B9C5-688FC739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A designer statement explains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B57FC-DFDD-48F2-A11E-C74FBA71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F5217-8D3C-417A-A82E-B18944A6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313B3-8B13-48DA-9A29-BE639B84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618353d9c4ff6"/>
          <a:srcRect xmlns:a="http://schemas.openxmlformats.org/drawingml/2006/main" l="5385" t="0" r="53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5C942-31C5-4EC7-93BB-350CB22C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820F7-5D7E-485D-80BE-5CCD444F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DECIDE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will you do in your own project?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E2FC4-FC08-44B8-9E55-0D65DF75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169C6-C2AC-4ED7-A4E1-0851C1B5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3265706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87E15-29BB-4D7E-B5EC-63563C56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69814-56BF-4C01-866F-5622C75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73F5C-051C-441E-A7F3-C2C42AD1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Can you apply the idea?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5308D-72CE-47C3-A07D-2DD4B5D8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243BA-B12F-4138-AC1C-19B456EA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04971-C257-4290-BF10-AABD87FE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03F8E-2A08-43F8-998C-005DE056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67B0A-B4B8-4AA2-93B8-E7B983D4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Which design decision would best demonstrate: “Testing links back to criteria”?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5DD73-FB8F-4C54-82DD-18D492A5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A1D44-A7D3-46D5-AB38-19AEE2D8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5B027-3313-4DFB-B2BF-114ED722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12ACE-D2B4-44DD-8169-140D1940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Justify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56F47-1BAC-4A01-9D9E-F0435D22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FED4B-10E8-4AC6-87CE-64B0DF74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Check evidence</a:t>
            </a:r>
          </a:p>
        </p:txBody>
      </p:sp>
    </p:spTree>
    <p:extLst>
      <p:ext uri="{BB962C8B-B14F-4D97-AF65-F5344CB8AC3E}">
        <p14:creationId xmlns:p14="http://schemas.microsoft.com/office/powerpoint/2010/main" val="81304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34025-BF15-485E-8895-11D0881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46DD3-CEE2-4C03-A7FB-C86C152B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WRITTEN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9BB7D-C3CC-4DC5-B932-294E8BDF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Use RSEC to build a strong paragraph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77854-A73E-45DA-8335-9EA7C077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BABE4-92AA-4AA3-BE03-D0F8113A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C99A8-1BB4-439F-90E4-DBB22C4B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37E5D-83B4-4BB5-9764-010C25AA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FB0CF-DEDD-42F9-ADDC-D863048F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F01C7-EABB-4DC3-9181-9145CDA8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7C7DB-FB91-46CC-B29A-CF8E8478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28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Answer the question directly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08EF3-5B86-4444-84A1-8231D38C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E2AEC-7FDE-4EEB-8E55-F073E82F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B4B28-F15D-4B59-9570-E466C673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00DBC-1CBA-4468-A9E9-92719127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Name a taught fact or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D7E89-C823-4F7A-82C9-E9E22458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777DF-8A5C-4E89-9255-7B9827C8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AE43E-A82F-4F9E-B77F-8DDAF28B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DC067-E80C-4F7F-9012-FC127C2D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Show how it affects the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1F6CD-2DA2-4596-AE60-4CC3332F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A4A54-A3E7-45A7-8A6A-AC5F7112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98ADF-0D55-448D-8EEA-F5E7E1CA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89E04-399C-43D1-907D-FD740288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Link back to purpose or criteria</a:t>
            </a:r>
          </a:p>
        </p:txBody>
      </p:sp>
    </p:spTree>
    <p:extLst>
      <p:ext uri="{BB962C8B-B14F-4D97-AF65-F5344CB8AC3E}">
        <p14:creationId xmlns:p14="http://schemas.microsoft.com/office/powerpoint/2010/main" val="12971755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E1211-E996-49D6-B198-CB6274BA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7BF6D-5C7D-4B62-B43B-2CA5F7B8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3A8CA-C901-4E3C-B3A6-AD622E8D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Leave with a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AB2ED-4ADD-48A2-925F-E77B5786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00CF6-797D-4A54-8D50-19C69ACD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F5475-642F-4B5F-808C-9A87EFD1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F4FEE-1412-409C-A5CC-79A54098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47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DF172-CF0F-4B21-9F32-58F75655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4E59B-E987-4DB6-B535-6205D57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24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new idea I can explain…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362DB-03F7-448F-B8DA-CDE18A91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CAFFF-1E9C-4B23-A455-6CDC6765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action I will take in my folio or practical work…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18EF8-5638-41BE-B27A-E8EF9BCD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533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782E3-7FB1-445C-BDE2-79132BB7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911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Save your evidence before you leave</a:t>
            </a:r>
          </a:p>
        </p:txBody>
      </p:sp>
    </p:spTree>
    <p:extLst>
      <p:ext uri="{BB962C8B-B14F-4D97-AF65-F5344CB8AC3E}">
        <p14:creationId xmlns:p14="http://schemas.microsoft.com/office/powerpoint/2010/main" val="136546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2026-08-11T03:16:18.7470000Z</dcterms:created>
  <dcterms:modified xsi:type="dcterms:W3CDTF">2026-08-11T03:16:18.7470000Z</dcterms:modified>
</coreProperties>
</file>