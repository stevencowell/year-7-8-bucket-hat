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8ab144d9f64881" /><Relationship Type="http://schemas.openxmlformats.org/officeDocument/2006/relationships/extended-properties" Target="/docProps/app.xml" Id="R6a8ec75c28fa48ed" /><Relationship Type="http://schemas.openxmlformats.org/officeDocument/2006/relationships/officeDocument" Target="/ppt/presentation.xml" Id="Rf227b35a3b1442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5b408b97224184"/>
  </p:sldMasterIdLst>
  <p:notesMasterIdLst>
    <p:notesMasterId xmlns:r="http://schemas.openxmlformats.org/officeDocument/2006/relationships" r:id="Rdfd83422e2334057"/>
  </p:notesMasterIdLst>
  <p:sldIdLst>
    <p:sldId xmlns:r="http://schemas.openxmlformats.org/officeDocument/2006/relationships" id="256" r:id="Rb2633152197e42e8"/>
    <p:sldId xmlns:r="http://schemas.openxmlformats.org/officeDocument/2006/relationships" id="257" r:id="R96cab88ebc7e4ea8"/>
    <p:sldId xmlns:r="http://schemas.openxmlformats.org/officeDocument/2006/relationships" id="258" r:id="R2d3e62b7100a4f49"/>
    <p:sldId xmlns:r="http://schemas.openxmlformats.org/officeDocument/2006/relationships" id="259" r:id="R89994bf223424b6f"/>
    <p:sldId xmlns:r="http://schemas.openxmlformats.org/officeDocument/2006/relationships" id="260" r:id="R51bcef66f59d4289"/>
    <p:sldId xmlns:r="http://schemas.openxmlformats.org/officeDocument/2006/relationships" id="261" r:id="R30840583475a421a"/>
    <p:sldId xmlns:r="http://schemas.openxmlformats.org/officeDocument/2006/relationships" id="262" r:id="R6ffb82dedc69430d"/>
    <p:sldId xmlns:r="http://schemas.openxmlformats.org/officeDocument/2006/relationships" id="263" r:id="R49b47f8d649347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ce5009502c4c38" /><Relationship Type="http://schemas.openxmlformats.org/officeDocument/2006/relationships/slideMaster" Target="/ppt/slideMasters/slideMaster1.xml" Id="R025b408b97224184" /><Relationship Type="http://schemas.openxmlformats.org/officeDocument/2006/relationships/notesMaster" Target="/ppt/notesMasters/notesMaster1.xml" Id="Rdfd83422e2334057" /><Relationship Type="http://schemas.openxmlformats.org/officeDocument/2006/relationships/presProps" Target="/ppt/presProps.xml" Id="Rcdae351500714812" /><Relationship Type="http://schemas.openxmlformats.org/officeDocument/2006/relationships/tableStyles" Target="/ppt/tableStyles.xml" Id="R84834f8b402a472c" /><Relationship Type="http://schemas.openxmlformats.org/officeDocument/2006/relationships/slide" Target="/ppt/slides/slide1.xml" Id="Rb2633152197e42e8" /><Relationship Type="http://schemas.openxmlformats.org/officeDocument/2006/relationships/slide" Target="/ppt/slides/slide2.xml" Id="R96cab88ebc7e4ea8" /><Relationship Type="http://schemas.openxmlformats.org/officeDocument/2006/relationships/slide" Target="/ppt/slides/slide3.xml" Id="R2d3e62b7100a4f49" /><Relationship Type="http://schemas.openxmlformats.org/officeDocument/2006/relationships/slide" Target="/ppt/slides/slide4.xml" Id="R89994bf223424b6f" /><Relationship Type="http://schemas.openxmlformats.org/officeDocument/2006/relationships/slide" Target="/ppt/slides/slide5.xml" Id="R51bcef66f59d4289" /><Relationship Type="http://schemas.openxmlformats.org/officeDocument/2006/relationships/slide" Target="/ppt/slides/slide6.xml" Id="R30840583475a421a" /><Relationship Type="http://schemas.openxmlformats.org/officeDocument/2006/relationships/slide" Target="/ppt/slides/slide7.xml" Id="R6ffb82dedc69430d" /><Relationship Type="http://schemas.openxmlformats.org/officeDocument/2006/relationships/slide" Target="/ppt/slides/slide8.xml" Id="R49b47f8d649347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dc10bd03c148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090500cd3842f8" /><Relationship Type="http://schemas.openxmlformats.org/officeDocument/2006/relationships/notesMaster" Target="/ppt/notesMasters/notesMaster1.xml" Id="Rde725f08b0d043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3add077cac4ecd" /><Relationship Type="http://schemas.openxmlformats.org/officeDocument/2006/relationships/notesMaster" Target="/ppt/notesMasters/notesMaster1.xml" Id="R342a806e427849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0f241349d741eb" /><Relationship Type="http://schemas.openxmlformats.org/officeDocument/2006/relationships/notesMaster" Target="/ppt/notesMasters/notesMaster1.xml" Id="R4b071f6e177e41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a77b847a1b448d" /><Relationship Type="http://schemas.openxmlformats.org/officeDocument/2006/relationships/notesMaster" Target="/ppt/notesMasters/notesMaster1.xml" Id="Rf0234b4236df45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a06b2bcd4942bb" /><Relationship Type="http://schemas.openxmlformats.org/officeDocument/2006/relationships/notesMaster" Target="/ppt/notesMasters/notesMaster1.xml" Id="Rfca1e77dcfb048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1ca4764dc94a2b" /><Relationship Type="http://schemas.openxmlformats.org/officeDocument/2006/relationships/notesMaster" Target="/ppt/notesMasters/notesMaster1.xml" Id="Rf6bb3f37ca4442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a463ef788f4620" /><Relationship Type="http://schemas.openxmlformats.org/officeDocument/2006/relationships/notesMaster" Target="/ppt/notesMasters/notesMaster1.xml" Id="R84514d85b3d34b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4cddcd6a59400c" /><Relationship Type="http://schemas.openxmlformats.org/officeDocument/2006/relationships/notesMaster" Target="/ppt/notesMasters/notesMaster1.xml" Id="Rebc1162fc2614f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lesson and ask students to predict how this topic will influence their own reversible 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map aloud. Students choose the idea they already understand best and the one they need to watch closely.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Patterns communicate shape.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Layout affects accuracy and waste.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Machine checks come before sewing.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independently, then compare justification with a partner. Accept different decisions when evidence is relevant and specific.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 analogous response without answering the live question. Ask students to underline the factual support and circle the connection.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two statements as a quick readiness check. Direct students back to the precise theory section if their answer is vague.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1fea8e04d045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e9533d2f424c8e" /><Relationship Type="http://schemas.openxmlformats.org/officeDocument/2006/relationships/slideLayout" Target="/ppt/slideLayouts/slideLayout1.xml" Id="Rf8b449e9062f42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b449e9062f42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73ae8eaee495a" /><Relationship Type="http://schemas.openxmlformats.org/officeDocument/2006/relationships/image" Target="/ppt/media/image.png" Id="R03358e56ea6c491e" /><Relationship Type="http://schemas.openxmlformats.org/officeDocument/2006/relationships/notesSlide" Target="/ppt/notesSlides/notesSlide1.xml" Id="R59692baa253449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36f1cf9484759" /><Relationship Type="http://schemas.openxmlformats.org/officeDocument/2006/relationships/notesSlide" Target="/ppt/notesSlides/notesSlide2.xml" Id="R9d7bdf7cd7544d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8d32dc2aa4f4e" /><Relationship Type="http://schemas.openxmlformats.org/officeDocument/2006/relationships/image" Target="/ppt/media/image2.png" Id="R75373055d73f405c" /><Relationship Type="http://schemas.openxmlformats.org/officeDocument/2006/relationships/notesSlide" Target="/ppt/notesSlides/notesSlide3.xml" Id="Rba5a684b436e49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c10d34815450f" /><Relationship Type="http://schemas.openxmlformats.org/officeDocument/2006/relationships/image" Target="/ppt/media/image.jpeg" Id="Re0d39e007fd2430a" /><Relationship Type="http://schemas.openxmlformats.org/officeDocument/2006/relationships/notesSlide" Target="/ppt/notesSlides/notesSlide4.xml" Id="Ree3f4230de784f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641b356dc4c62" /><Relationship Type="http://schemas.openxmlformats.org/officeDocument/2006/relationships/image" Target="/ppt/media/image2.jpeg" Id="R707977b8da2b452c" /><Relationship Type="http://schemas.openxmlformats.org/officeDocument/2006/relationships/notesSlide" Target="/ppt/notesSlides/notesSlide5.xml" Id="R561927bfdaf344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b6903c8b0493c" /><Relationship Type="http://schemas.openxmlformats.org/officeDocument/2006/relationships/notesSlide" Target="/ppt/notesSlides/notesSlide6.xml" Id="R5bbca26cfd0c4f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bedfeebb84007" /><Relationship Type="http://schemas.openxmlformats.org/officeDocument/2006/relationships/notesSlide" Target="/ppt/notesSlides/notesSlide7.xml" Id="R75101e5bcf9a46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84cff5a5d439e" /><Relationship Type="http://schemas.openxmlformats.org/officeDocument/2006/relationships/notesSlide" Target="/ppt/notesSlides/notesSlide8.xml" Id="Rffe3e919db5148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522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9307E-4151-4A73-A401-26FCB122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58e56ea6c491e"/>
          <a:srcRect xmlns:a="http://schemas.openxmlformats.org/drawingml/2006/main" l="24462" t="0" r="244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2308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82765-C6E9-4ADC-A7A9-D5E28BA4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>
              <a:alpha val="9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F4BE3-D7CD-4B97-8C80-C74DCAB9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BD57"/>
                </a:solidFill>
              </a:defRPr>
            </a:pPr>
            <a:r>
              <a:rPr sz="1125" b="1">
                <a:solidFill>
                  <a:srgbClr val="F0BD57"/>
                </a:solidFill>
              </a:rPr>
              <a:t>MODULE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4B2BC-81FF-43F6-9A3B-362366EE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Prepare for production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0F403-DFD7-4C20-B5E8-F26F4956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DCF7"/>
                </a:solidFill>
              </a:defRPr>
            </a:pPr>
            <a:r>
              <a:rPr sz="1875" b="1">
                <a:solidFill>
                  <a:srgbClr val="E9DCF7"/>
                </a:solidFill>
              </a:rPr>
              <a:t>Bucket Hat for a Cause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A2229-579E-4576-BEA8-AD7F26A5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</a:defRPr>
            </a:pPr>
            <a:r>
              <a:rPr sz="1425">
                <a:solidFill>
                  <a:srgbClr val="FFFFFF"/>
                </a:solidFill>
              </a:rPr>
              <a:t>Year 7/8 Technology Mandatory • Textiles</a:t>
            </a:r>
          </a:p>
        </p:txBody>
      </p:sp>
    </p:spTree>
    <p:extLst>
      <p:ext uri="{BB962C8B-B14F-4D97-AF65-F5344CB8AC3E}">
        <p14:creationId xmlns:p14="http://schemas.microsoft.com/office/powerpoint/2010/main" val="18468085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1225C9-BE00-47D4-B31F-286A1F49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5C38F-0690-42EC-8DEC-F3DEBCB4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LEARNING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2374D-1AAA-447A-950D-588DA76B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Three ideas to take into the workshop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71C66-23E9-4701-89BF-F7D7ABE8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3BABC-B1AF-439E-BF12-A959DA9F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F6513-B2DE-486B-A5CD-8B5F99FD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F1C04-DE00-4F44-843A-D0E8F09E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ECA90-121D-42C2-A756-0145FC30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BA17CF-37B3-4FF3-9384-629AA27C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431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0EDA0-EC21-450D-BAFF-F4B17F59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Patterns communicate shape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877CA-670A-4CB1-A35E-04039069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5C8A71-02B1-4834-9774-3F183CEA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051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404FA9-5CF4-4DD4-854F-1F7AC64A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04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BCC9A-23D0-4756-859F-A22917E2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956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Layout affects accuracy and waste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49627-66A5-47DF-9250-AC6C05D5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A54A9D-F72C-4C07-982B-44097F06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24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BBCEAA-3FEB-4A01-93BB-2FAA4081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577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F37F85-0F42-4119-8013-31869DDA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52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Machine checks come before sewing</a:t>
            </a:r>
          </a:p>
        </p:txBody>
      </p:sp>
    </p:spTree>
    <p:extLst>
      <p:ext uri="{BB962C8B-B14F-4D97-AF65-F5344CB8AC3E}">
        <p14:creationId xmlns:p14="http://schemas.microsoft.com/office/powerpoint/2010/main" val="332047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32513-B733-4C22-92E3-FBAB6AAC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BB5A7-FBA8-4632-B4CE-08C6D3FF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1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C3966-8E49-4A4F-A010-96E54CA8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Patterns communicate shape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E5A01-45B3-44CB-82E2-39034E6E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5BBE8-AC2B-4DB3-9915-46CCAEBC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7BC3C-36F7-47A0-A062-250FBE13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73055d73f405c"/>
          <a:srcRect xmlns:a="http://schemas.openxmlformats.org/drawingml/2006/main" l="4665" t="0" r="46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5E5FC-0176-4893-A0F4-4FF3A6FD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D4C0E-3769-4684-B3ED-0480F69B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NOTICE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What can you observe?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49343-39C2-4763-89DC-FFFD17EE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5DAEBB-0DE5-4FC7-BC3B-F359436B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4101126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FEFDE-57B3-41B7-BEA6-2A3EC5C6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5704F-59D3-4A08-B091-CF52D6D5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2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7CCF9-A30D-4E95-942C-561690F6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Layout affects accuracy and waste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7F8C7-61AF-4922-9800-EA5EB2F9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041D8-9586-4A2E-B98B-4C55BA2C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F2DB8-40E9-469C-B3DE-ADD30415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39e007fd2430a"/>
          <a:srcRect xmlns:a="http://schemas.openxmlformats.org/drawingml/2006/main" l="1923" t="0" r="19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921CC-8463-48DC-A9A9-537D079E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2ABAE-8D42-4DED-85E9-DF15F674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CONNECT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How does it affect function, appearance or responsibility?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B1086-9BB0-4D7B-B140-BA84CC82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E7E60-712A-4E2C-81EA-E4CBE0E3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8174600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BFEEB-B345-454E-885F-62EDC1AB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55269-30C3-4047-A792-DD3887E6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3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031CB-37B8-43F1-8EAB-8B2373F1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Machine checks come before sewing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DD355-4E14-4A61-A891-4D1D7067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18BB8-96AB-4F20-8F20-D501F9B5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BAC1F-D0C8-4774-A2D7-1B5DF124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977b8da2b452c"/>
          <a:srcRect xmlns:a="http://schemas.openxmlformats.org/drawingml/2006/main" l="1923" t="0" r="19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720E4-8398-44AC-9A6C-8C096B64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D1A66-90D2-4BD1-A16D-A259CFE1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DECIDE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What will you do in your own project?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C6572-5F0F-49C5-B41C-AC05FF37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935F7-839B-433C-905E-69A5CAF3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8381496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EFACE-171D-44F3-AF79-E020A320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4FC93-682A-4B2C-AA24-F8B1056A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LEARNING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A730C-027E-4B7D-B657-FB016FFB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Can you apply the idea?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D35B8-6767-4FCC-A30F-300FFE20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19FA2-6B6E-4E28-86FA-124573AB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31726-A0A3-464F-8A15-417F353E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F4D2D-47AE-420F-B3AC-42166CE8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07DD9-91EF-4BF8-84B7-FAA6B704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60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Which design decision would best demonstrate: “Layout affects accuracy and waste”?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5950E-F372-4E2D-AC2F-9A6F4FC7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ED713-06DE-43AE-B5A7-DEC6D8B0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Choose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F3EED1-A796-45E8-AAEE-E62A50E1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380AF-B67B-4079-838C-19A45075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Justify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9B32A-AD7C-41D8-9EFD-8132E0BC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D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10D9F-DD7D-45E6-B421-24EB8D91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Check evidence</a:t>
            </a:r>
          </a:p>
        </p:txBody>
      </p:sp>
    </p:spTree>
    <p:extLst>
      <p:ext uri="{BB962C8B-B14F-4D97-AF65-F5344CB8AC3E}">
        <p14:creationId xmlns:p14="http://schemas.microsoft.com/office/powerpoint/2010/main" val="3633737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C9B467-AD06-426B-8610-938F2AB6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2D97B-7828-4A75-9003-CA4C1CBF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WRITTEN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BFDC6-1922-464D-B813-C5A91E96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Use RSEC to build a strong paragraph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85C6B-3819-4035-95C7-C8935A72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05FC1-32C3-4F89-8D7E-B28D9FA6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02360-7EAC-4F45-B16D-F1112799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017B6-D1BB-4CEA-B18F-80912F55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0E20F-950E-403E-9ED2-5E0429BC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0626C-50DC-416A-9399-92A3A253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192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Respond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8B8EE-7270-4B01-9744-D35F38EE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288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Answer the question directly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30CEA-3248-4C7E-9747-FC024EA1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A2ED1-01D2-4222-8E51-A350DF28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D5900-F44F-41EF-947D-78CC9E9E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146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67C20-6012-47B4-85D7-3237F8F8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Name a taught fact or observation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CA9C7-82E5-4346-BD31-B1F42CC0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7D6DF-FC6F-411A-B789-D026D3EE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360906-6AC2-4413-BBD1-6F95EBFE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99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Explain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394E6F-7E36-4304-86B5-3EA9E0D6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Show how it affects the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D07B96-549D-48AF-84DF-386C3D12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FFC16E-83B0-4B44-82FF-A230CB2A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339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CD4351-F844-4B8D-8075-C6D9A8E2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053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Connect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811840-D585-4D2F-8250-EF03A948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148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Link back to purpose or criteria</a:t>
            </a:r>
          </a:p>
        </p:txBody>
      </p:sp>
    </p:spTree>
    <p:extLst>
      <p:ext uri="{BB962C8B-B14F-4D97-AF65-F5344CB8AC3E}">
        <p14:creationId xmlns:p14="http://schemas.microsoft.com/office/powerpoint/2010/main" val="5762672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9948B8-A31B-4210-9C76-D5A68519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411E1-5444-44A7-97BA-FCAE27E6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8E326-454C-4332-A8EE-BA35DD84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Leave with a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52698-A32D-49DA-BDA5-438DF1A3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B1054-0254-4B7E-907D-BE5EEBDF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A66FA-1DB4-4DAB-B9CA-D8D3A3BD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4CEE2-5247-4407-B8F6-14461162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477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C402A-009C-41D8-8EB8-1EE91AA4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669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63F72"/>
                </a:solidFill>
              </a:defRPr>
            </a:pPr>
            <a:r>
              <a:rPr sz="3300" b="1">
                <a:solidFill>
                  <a:srgbClr val="B63F72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C18B5-C0F6-4D5C-BB2B-A3BF66C6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24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225D"/>
                </a:solidFill>
              </a:defRPr>
            </a:pPr>
            <a:r>
              <a:rPr sz="2250" b="1">
                <a:solidFill>
                  <a:srgbClr val="35225D"/>
                </a:solidFill>
              </a:rPr>
              <a:t>One new idea I can explain…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56C45-7E0C-450E-B319-6EE8B6C4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38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63F72"/>
                </a:solidFill>
              </a:defRPr>
            </a:pPr>
            <a:r>
              <a:rPr sz="3300" b="1">
                <a:solidFill>
                  <a:srgbClr val="B63F72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70DE1-4CA7-411E-8C8C-36DDF198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9565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225D"/>
                </a:solidFill>
              </a:defRPr>
            </a:pPr>
            <a:r>
              <a:rPr sz="2250" b="1">
                <a:solidFill>
                  <a:srgbClr val="35225D"/>
                </a:solidFill>
              </a:rPr>
              <a:t>One action I will take in my folio or practical work…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B444A-4BEE-4F4D-8520-A296BB6C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95875"/>
            <a:ext cx="53340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536C8-EADF-4D63-918B-FF9173D4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191125"/>
            <a:ext cx="502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Save your evidence before you leave</a:t>
            </a:r>
          </a:p>
        </p:txBody>
      </p:sp>
    </p:spTree>
    <p:extLst>
      <p:ext uri="{BB962C8B-B14F-4D97-AF65-F5344CB8AC3E}">
        <p14:creationId xmlns:p14="http://schemas.microsoft.com/office/powerpoint/2010/main" val="2204061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2026-08-11T03:16:17.3340000Z</dcterms:created>
  <dcterms:modified xsi:type="dcterms:W3CDTF">2026-08-11T03:16:17.3340000Z</dcterms:modified>
</coreProperties>
</file>