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7a1d698a1a4e4b" /><Relationship Type="http://schemas.openxmlformats.org/officeDocument/2006/relationships/extended-properties" Target="/docProps/app.xml" Id="R51fed78dafa74bf9" /><Relationship Type="http://schemas.openxmlformats.org/officeDocument/2006/relationships/officeDocument" Target="/ppt/presentation.xml" Id="R24ef318ffb47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90d1a94d242f6"/>
  </p:sldMasterIdLst>
  <p:notesMasterIdLst>
    <p:notesMasterId xmlns:r="http://schemas.openxmlformats.org/officeDocument/2006/relationships" r:id="R4ded7f530e854b62"/>
  </p:notesMasterIdLst>
  <p:sldIdLst>
    <p:sldId xmlns:r="http://schemas.openxmlformats.org/officeDocument/2006/relationships" id="256" r:id="Rd684e520c7d14c01"/>
    <p:sldId xmlns:r="http://schemas.openxmlformats.org/officeDocument/2006/relationships" id="257" r:id="R53dcb28d7b6e4425"/>
    <p:sldId xmlns:r="http://schemas.openxmlformats.org/officeDocument/2006/relationships" id="258" r:id="Rb15c9d4ac26b4d1f"/>
    <p:sldId xmlns:r="http://schemas.openxmlformats.org/officeDocument/2006/relationships" id="259" r:id="R4863008deb224771"/>
    <p:sldId xmlns:r="http://schemas.openxmlformats.org/officeDocument/2006/relationships" id="260" r:id="R7d6dd76e86464fea"/>
    <p:sldId xmlns:r="http://schemas.openxmlformats.org/officeDocument/2006/relationships" id="261" r:id="R41464dedc0ec40ab"/>
    <p:sldId xmlns:r="http://schemas.openxmlformats.org/officeDocument/2006/relationships" id="262" r:id="R7ce26782485043a0"/>
    <p:sldId xmlns:r="http://schemas.openxmlformats.org/officeDocument/2006/relationships" id="263" r:id="R34b3a348fce747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229a6cf7e64d54" /><Relationship Type="http://schemas.openxmlformats.org/officeDocument/2006/relationships/slideMaster" Target="/ppt/slideMasters/slideMaster1.xml" Id="R0dd90d1a94d242f6" /><Relationship Type="http://schemas.openxmlformats.org/officeDocument/2006/relationships/notesMaster" Target="/ppt/notesMasters/notesMaster1.xml" Id="R4ded7f530e854b62" /><Relationship Type="http://schemas.openxmlformats.org/officeDocument/2006/relationships/presProps" Target="/ppt/presProps.xml" Id="R3fb82970a74642bf" /><Relationship Type="http://schemas.openxmlformats.org/officeDocument/2006/relationships/tableStyles" Target="/ppt/tableStyles.xml" Id="Rec85fbdad1f44b57" /><Relationship Type="http://schemas.openxmlformats.org/officeDocument/2006/relationships/slide" Target="/ppt/slides/slide1.xml" Id="Rd684e520c7d14c01" /><Relationship Type="http://schemas.openxmlformats.org/officeDocument/2006/relationships/slide" Target="/ppt/slides/slide2.xml" Id="R53dcb28d7b6e4425" /><Relationship Type="http://schemas.openxmlformats.org/officeDocument/2006/relationships/slide" Target="/ppt/slides/slide3.xml" Id="Rb15c9d4ac26b4d1f" /><Relationship Type="http://schemas.openxmlformats.org/officeDocument/2006/relationships/slide" Target="/ppt/slides/slide4.xml" Id="R4863008deb224771" /><Relationship Type="http://schemas.openxmlformats.org/officeDocument/2006/relationships/slide" Target="/ppt/slides/slide5.xml" Id="R7d6dd76e86464fea" /><Relationship Type="http://schemas.openxmlformats.org/officeDocument/2006/relationships/slide" Target="/ppt/slides/slide6.xml" Id="R41464dedc0ec40ab" /><Relationship Type="http://schemas.openxmlformats.org/officeDocument/2006/relationships/slide" Target="/ppt/slides/slide7.xml" Id="R7ce26782485043a0" /><Relationship Type="http://schemas.openxmlformats.org/officeDocument/2006/relationships/slide" Target="/ppt/slides/slide8.xml" Id="R34b3a348fce747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eb10d2ea6b49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567b23706a4c62" /><Relationship Type="http://schemas.openxmlformats.org/officeDocument/2006/relationships/notesMaster" Target="/ppt/notesMasters/notesMaster1.xml" Id="Ra371e3b19da0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541d5eb09c44c9" /><Relationship Type="http://schemas.openxmlformats.org/officeDocument/2006/relationships/notesMaster" Target="/ppt/notesMasters/notesMaster1.xml" Id="Rc2cbd068584245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85b3631654e68" /><Relationship Type="http://schemas.openxmlformats.org/officeDocument/2006/relationships/notesMaster" Target="/ppt/notesMasters/notesMaster1.xml" Id="Rf67314c8d8de4c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78d8b13fc04377" /><Relationship Type="http://schemas.openxmlformats.org/officeDocument/2006/relationships/notesMaster" Target="/ppt/notesMasters/notesMaster1.xml" Id="R576a2b5c15fc4c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239d74305c4f9d" /><Relationship Type="http://schemas.openxmlformats.org/officeDocument/2006/relationships/notesMaster" Target="/ppt/notesMasters/notesMaster1.xml" Id="R799bb51fd39045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e2d91d7551450a" /><Relationship Type="http://schemas.openxmlformats.org/officeDocument/2006/relationships/notesMaster" Target="/ppt/notesMasters/notesMaster1.xml" Id="R6f328ee2209d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f670a015f14b9b" /><Relationship Type="http://schemas.openxmlformats.org/officeDocument/2006/relationships/notesMaster" Target="/ppt/notesMasters/notesMaster1.xml" Id="R3d3860d29f954c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8af30136dd42da" /><Relationship Type="http://schemas.openxmlformats.org/officeDocument/2006/relationships/notesMaster" Target="/ppt/notesMasters/notesMaster1.xml" Id="Re7de4090e91345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Fibre and fabric are different.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Properties affect performance.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Longevity is a design choice.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cebf5c964b49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579ceb54e649ac" /><Relationship Type="http://schemas.openxmlformats.org/officeDocument/2006/relationships/slideLayout" Target="/ppt/slideLayouts/slideLayout1.xml" Id="Rd22dd1bf840b4b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2dd1bf840b4b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52a9a9a4d4e7c" /><Relationship Type="http://schemas.openxmlformats.org/officeDocument/2006/relationships/image" Target="/ppt/media/image.png" Id="R112c83f1f17c4417" /><Relationship Type="http://schemas.openxmlformats.org/officeDocument/2006/relationships/notesSlide" Target="/ppt/notesSlides/notesSlide1.xml" Id="R1a23794318ef48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08973d25444b7" /><Relationship Type="http://schemas.openxmlformats.org/officeDocument/2006/relationships/notesSlide" Target="/ppt/notesSlides/notesSlide2.xml" Id="R0598d46334bf4e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a4ebde24f42d9" /><Relationship Type="http://schemas.openxmlformats.org/officeDocument/2006/relationships/image" Target="/ppt/media/image2.png" Id="Rfc1de99bb828473e" /><Relationship Type="http://schemas.openxmlformats.org/officeDocument/2006/relationships/notesSlide" Target="/ppt/notesSlides/notesSlide3.xml" Id="Ra6132abac65043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f41012177412f" /><Relationship Type="http://schemas.openxmlformats.org/officeDocument/2006/relationships/image" Target="/ppt/media/image.jpeg" Id="R6a5ad8c0fd0845d7" /><Relationship Type="http://schemas.openxmlformats.org/officeDocument/2006/relationships/notesSlide" Target="/ppt/notesSlides/notesSlide4.xml" Id="Rb8079822b18347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77e8a74c0429a" /><Relationship Type="http://schemas.openxmlformats.org/officeDocument/2006/relationships/image" Target="/ppt/media/image2.jpeg" Id="Rf63cc78ae1dd4cee" /><Relationship Type="http://schemas.openxmlformats.org/officeDocument/2006/relationships/notesSlide" Target="/ppt/notesSlides/notesSlide5.xml" Id="R5490e8b84f6b46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e73ef9a944510" /><Relationship Type="http://schemas.openxmlformats.org/officeDocument/2006/relationships/notesSlide" Target="/ppt/notesSlides/notesSlide6.xml" Id="Rc005cf7930bf46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a03cad98a4519" /><Relationship Type="http://schemas.openxmlformats.org/officeDocument/2006/relationships/notesSlide" Target="/ppt/notesSlides/notesSlide7.xml" Id="R3c3e158b6e6c4b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7d07dab4d467a" /><Relationship Type="http://schemas.openxmlformats.org/officeDocument/2006/relationships/notesSlide" Target="/ppt/notesSlides/notesSlide8.xml" Id="Rd7476ca72e8a4c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663D3-D44A-4945-A11F-93AE67B2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c83f1f17c4417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7150F-0E91-4D8C-8DA0-6E47724F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3C0BB-035E-4AE2-BA4B-52E4090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B6965-50C8-4829-9536-21AC0863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Fibres, fabrics and sustainability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FB6D1-0F18-4944-B98A-14A65361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46CFE-99CA-4E8E-BEF7-D0F49758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1662857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553B5-02E4-4CC0-B29A-4132E4F0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A8A4-64C7-474A-AA53-B0B9607A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86FB6-301A-4E44-887A-6AFF515E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49E6C-01B8-4F69-A750-25D1C3B3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25E53-F2A3-44C6-96B9-2509DEAB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E4992-5A52-4B5B-A647-4B4080F2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44632-7288-4D51-BEB3-A38CCE86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50064-C71B-4029-897B-4F2756EE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71967-3FE1-455B-89D7-4E3343D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8BB73-0DC8-4FFE-9415-D4D731D6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Fibre and fabric are different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12CCC-B322-4B4B-89C1-A8411878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A3B11-4901-4161-AD6D-1E054F3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328FD-6505-40B5-A2FD-D5CBEC83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29D79-F2E3-4D7A-82F2-E8CC8E4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Properties affect performance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83761-C5FC-4D86-A6B9-792ED29E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E6148-699E-459E-9D90-9A90210D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D8332-21D7-4849-AF52-C73DD3A5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76AFC-0481-440F-B256-25C3A1A8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Longevity is a design choice</a:t>
            </a:r>
          </a:p>
        </p:txBody>
      </p:sp>
    </p:spTree>
    <p:extLst>
      <p:ext uri="{BB962C8B-B14F-4D97-AF65-F5344CB8AC3E}">
        <p14:creationId xmlns:p14="http://schemas.microsoft.com/office/powerpoint/2010/main" val="212588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9AC23-85B3-4E5C-8371-928C149C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486C6-4370-44DB-B8A7-3698407E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C3E4F-097F-44E1-806C-4BA4DB2B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Fibre and fabric are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A1AE4-A665-42A3-802A-9B1C029A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A9565-804D-4CB3-BD5E-43D0BAC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04D9F-636C-4565-BE9C-5466DB4F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de99bb828473e"/>
          <a:srcRect xmlns:a="http://schemas.openxmlformats.org/drawingml/2006/main" l="7265" t="0" r="7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E4B34-E80C-4DEB-BBCB-DA49C66F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34F47-CFC4-4DD7-BEEF-5C5EFA9B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9BA3C-5998-49A5-BF31-BC7DA8F9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501B5-C1F8-405F-B5E5-FF41681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016124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6EF78-F049-402F-B3CD-785AE27D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D6797-1A3B-45F5-A8BE-BF6F2757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029C1-5885-4F63-93C4-D5FB9272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Properties affect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8BDE6-DF41-48F1-A3E7-4F6F53B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C98AF-D028-416C-B167-08396414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96054-40E9-43BD-A60B-01A37185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ad8c0fd0845d7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B48C5-A560-4B96-BE41-63130D63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47F30-1685-4AFD-9A90-998CFA07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C507F-6E89-441E-97AA-C0A76E1C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ECC04-2111-4288-9415-26C9BC5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46169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42905-3656-4289-9E0B-25ADD837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89FD7-C532-4064-9F97-E5FD0710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83876-1B11-4192-A636-615E416B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Longevity is a design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E7029-C759-4AD2-8622-E95E3A63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26597-0281-48E7-85A1-4A62B43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01E44-CEBF-42B3-BB16-DAD4FFDB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cc78ae1dd4cee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5B1AE-01AB-4ABD-9F58-5B4059DE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1AC4F-4A71-477E-9760-432D666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802D3-C6CF-4AE2-B2E8-CEC51C68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0B6F4-C2BE-4B34-9A29-0EEFDC5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265702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8E41D-1CD3-48E8-9053-64DF056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A9ECF-FB42-4B1C-91D7-5B4B161B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4A7CD-2DF9-4D88-A2C6-6BD154B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AABD8-CD8B-41D2-8445-3E4D243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F9F78-A8A8-49E9-AF3C-AD5A641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2E60B-7279-40FC-B071-95FEACF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50832-2800-431B-B858-5B4B683A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99E1E-9CAA-4AF5-BB68-0B08773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“Properties affect performance”?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FD762-6B80-4780-B2AB-A142C88F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35D20-3BE2-43C3-803C-0DAE8D4C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667D0-6BC6-494B-86B1-62B18784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2BF9D-523A-4B16-9EDC-2663A623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1508C-BA98-4597-AD40-5C5FD53B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6386D-96C4-42D2-A753-150A0CEF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647018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75F25-4F9D-4A53-9C3F-75BFCB40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97745-9D7D-479C-89E5-E8AA7367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6E275-5FA6-4D1E-936C-050D709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E10E3-A976-43EA-AEBB-172D6DF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3C531-989C-4BEF-AB78-550280E3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2440C-F52B-40F5-B0CF-480EFEA0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2F669-BC26-45AC-B31C-4458A9DE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9B1FE-E3FB-4F07-926F-DA56336B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904A3-616C-4D56-9B15-C4FAC272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5851E-B81F-48C3-9AD8-397A82A1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3ECFD-6E1E-4EA9-8A7A-EA48054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8B039-9A02-45A6-9295-40B7CD51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09AE3-826D-4904-9517-7C7DEC3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9080E-C2F9-43C2-84AE-8E5CF180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2E98F-6887-467D-BED6-6358ABDB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1A0CF-08AE-428E-A2FD-5395229E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754BD-2080-43DD-A0C5-A99B4B3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D1A8D-FE5C-4732-BA94-8FDEB162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E5370-DBA6-4939-9593-7BF83180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0C2D0-215B-40D6-8C05-B1F886F3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622E2-2A87-4F66-8A15-A56E2B86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74019-2EDB-4DB3-948D-90D3C358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2092214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48711-518B-4B3A-8D1D-50169C5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73D23-A150-4DCB-8720-162462C9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B43B7-628D-4EC5-B9E9-8B0DE45E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7CE3A-B07D-4925-953F-490E220A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6B728-7B0E-45CE-BAC0-12F0C0FE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83C18-F3D4-4264-AD8F-9176F3D6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7704E-817D-467E-B394-2E30B2C6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D394E-0A43-4461-8055-AAB583D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7C8CD-1016-4C27-9986-AD7C992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C986F-2036-4680-BDFE-7F3E875B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94EB5-FF2B-4313-8B9F-7147C8F2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4DA88-C013-445D-B175-B1D1DAA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DAD84-4E4D-40B7-847E-02B9D89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831451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2026-08-11T03:16:15.9080000Z</dcterms:created>
  <dcterms:modified xsi:type="dcterms:W3CDTF">2026-08-11T03:16:15.9080000Z</dcterms:modified>
</coreProperties>
</file>